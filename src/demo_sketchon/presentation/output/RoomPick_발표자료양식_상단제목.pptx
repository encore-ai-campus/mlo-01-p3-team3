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04b9b72ba4b2c" /><Relationship Type="http://schemas.openxmlformats.org/officeDocument/2006/relationships/extended-properties" Target="/docProps/app.xml" Id="Re6f458671589464c" /><Relationship Type="http://schemas.openxmlformats.org/officeDocument/2006/relationships/officeDocument" Target="/ppt/presentation.xml" Id="R8c1e678561b7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671fe681c4a8e"/>
  </p:sldMasterIdLst>
  <p:notesMasterIdLst>
    <p:notesMasterId xmlns:r="http://schemas.openxmlformats.org/officeDocument/2006/relationships" r:id="R7fc22f1003944fa2"/>
  </p:notesMasterIdLst>
  <p:sldIdLst>
    <p:sldId xmlns:r="http://schemas.openxmlformats.org/officeDocument/2006/relationships" id="256" r:id="R927a606ac67342bc"/>
    <p:sldId xmlns:r="http://schemas.openxmlformats.org/officeDocument/2006/relationships" id="257" r:id="R61524670d0c44ddf"/>
    <p:sldId xmlns:r="http://schemas.openxmlformats.org/officeDocument/2006/relationships" id="258" r:id="Rfa4fc5a1a31845f4"/>
    <p:sldId xmlns:r="http://schemas.openxmlformats.org/officeDocument/2006/relationships" id="259" r:id="R7244a68bfa804110"/>
    <p:sldId xmlns:r="http://schemas.openxmlformats.org/officeDocument/2006/relationships" id="260" r:id="R8949d52d6c9f4bf5"/>
    <p:sldId xmlns:r="http://schemas.openxmlformats.org/officeDocument/2006/relationships" id="261" r:id="Rddb1a71075654f0f"/>
    <p:sldId xmlns:r="http://schemas.openxmlformats.org/officeDocument/2006/relationships" id="262" r:id="Rb2cac37af407470c"/>
    <p:sldId xmlns:r="http://schemas.openxmlformats.org/officeDocument/2006/relationships" id="263" r:id="Rcc552a47301b4909"/>
    <p:sldId xmlns:r="http://schemas.openxmlformats.org/officeDocument/2006/relationships" id="264" r:id="Rba76abdc10244d8d"/>
    <p:sldId xmlns:r="http://schemas.openxmlformats.org/officeDocument/2006/relationships" id="265" r:id="R40fcbc7ee5524d83"/>
    <p:sldId xmlns:r="http://schemas.openxmlformats.org/officeDocument/2006/relationships" id="266" r:id="R0ce2c915911e4a1f"/>
    <p:sldId xmlns:r="http://schemas.openxmlformats.org/officeDocument/2006/relationships" id="267" r:id="R7e274ba567814d2d"/>
    <p:sldId xmlns:r="http://schemas.openxmlformats.org/officeDocument/2006/relationships" id="268" r:id="R4da0446f874c4a71"/>
    <p:sldId xmlns:r="http://schemas.openxmlformats.org/officeDocument/2006/relationships" id="269" r:id="R5363b7e4c0a34939"/>
    <p:sldId xmlns:r="http://schemas.openxmlformats.org/officeDocument/2006/relationships" id="270" r:id="R19f836da92704ffb"/>
    <p:sldId xmlns:r="http://schemas.openxmlformats.org/officeDocument/2006/relationships" id="271" r:id="Refbca04765bf49a7"/>
    <p:sldId xmlns:r="http://schemas.openxmlformats.org/officeDocument/2006/relationships" id="272" r:id="Rbb519a01f0964faa"/>
    <p:sldId xmlns:r="http://schemas.openxmlformats.org/officeDocument/2006/relationships" id="273" r:id="R2074f12b696d4fb3"/>
    <p:sldId xmlns:r="http://schemas.openxmlformats.org/officeDocument/2006/relationships" id="274" r:id="Rb341a803709a44f0"/>
    <p:sldId xmlns:r="http://schemas.openxmlformats.org/officeDocument/2006/relationships" id="275" r:id="R2e16035fe322431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e0996759b40cf" /><Relationship Type="http://schemas.openxmlformats.org/officeDocument/2006/relationships/slideMaster" Target="/ppt/slideMasters/slideMaster1.xml" Id="R1d0671fe681c4a8e" /><Relationship Type="http://schemas.openxmlformats.org/officeDocument/2006/relationships/notesMaster" Target="/ppt/notesMasters/notesMaster1.xml" Id="R7fc22f1003944fa2" /><Relationship Type="http://schemas.openxmlformats.org/officeDocument/2006/relationships/presProps" Target="/ppt/presProps.xml" Id="Rc7a685977bf34fea" /><Relationship Type="http://schemas.openxmlformats.org/officeDocument/2006/relationships/viewProps" Target="/ppt/viewProps.xml" Id="R82b070eb5d6e4c0d" /><Relationship Type="http://schemas.openxmlformats.org/officeDocument/2006/relationships/tableStyles" Target="/ppt/tableStyles.xml" Id="R09da8fb3240e4406" /><Relationship Type="http://schemas.openxmlformats.org/officeDocument/2006/relationships/slide" Target="/ppt/slides/slide1.xml" Id="R927a606ac67342bc" /><Relationship Type="http://schemas.openxmlformats.org/officeDocument/2006/relationships/slide" Target="/ppt/slides/slide2.xml" Id="R61524670d0c44ddf" /><Relationship Type="http://schemas.openxmlformats.org/officeDocument/2006/relationships/slide" Target="/ppt/slides/slide3.xml" Id="Rfa4fc5a1a31845f4" /><Relationship Type="http://schemas.openxmlformats.org/officeDocument/2006/relationships/slide" Target="/ppt/slides/slide4.xml" Id="R7244a68bfa804110" /><Relationship Type="http://schemas.openxmlformats.org/officeDocument/2006/relationships/slide" Target="/ppt/slides/slide5.xml" Id="R8949d52d6c9f4bf5" /><Relationship Type="http://schemas.openxmlformats.org/officeDocument/2006/relationships/slide" Target="/ppt/slides/slide6.xml" Id="Rddb1a71075654f0f" /><Relationship Type="http://schemas.openxmlformats.org/officeDocument/2006/relationships/slide" Target="/ppt/slides/slide7.xml" Id="Rb2cac37af407470c" /><Relationship Type="http://schemas.openxmlformats.org/officeDocument/2006/relationships/slide" Target="/ppt/slides/slide8.xml" Id="Rcc552a47301b4909" /><Relationship Type="http://schemas.openxmlformats.org/officeDocument/2006/relationships/slide" Target="/ppt/slides/slide9.xml" Id="Rba76abdc10244d8d" /><Relationship Type="http://schemas.openxmlformats.org/officeDocument/2006/relationships/slide" Target="/ppt/slides/slide10.xml" Id="R40fcbc7ee5524d83" /><Relationship Type="http://schemas.openxmlformats.org/officeDocument/2006/relationships/slide" Target="/ppt/slides/slide11.xml" Id="R0ce2c915911e4a1f" /><Relationship Type="http://schemas.openxmlformats.org/officeDocument/2006/relationships/slide" Target="/ppt/slides/slide12.xml" Id="R7e274ba567814d2d" /><Relationship Type="http://schemas.openxmlformats.org/officeDocument/2006/relationships/slide" Target="/ppt/slides/slide13.xml" Id="R4da0446f874c4a71" /><Relationship Type="http://schemas.openxmlformats.org/officeDocument/2006/relationships/slide" Target="/ppt/slides/slide14.xml" Id="R5363b7e4c0a34939" /><Relationship Type="http://schemas.openxmlformats.org/officeDocument/2006/relationships/slide" Target="/ppt/slides/slide15.xml" Id="R19f836da92704ffb" /><Relationship Type="http://schemas.openxmlformats.org/officeDocument/2006/relationships/slide" Target="/ppt/slides/slide16.xml" Id="Refbca04765bf49a7" /><Relationship Type="http://schemas.openxmlformats.org/officeDocument/2006/relationships/slide" Target="/ppt/slides/slide17.xml" Id="Rbb519a01f0964faa" /><Relationship Type="http://schemas.openxmlformats.org/officeDocument/2006/relationships/slide" Target="/ppt/slides/slide18.xml" Id="R2074f12b696d4fb3" /><Relationship Type="http://schemas.openxmlformats.org/officeDocument/2006/relationships/slide" Target="/ppt/slides/slide19.xml" Id="Rb341a803709a44f0" /><Relationship Type="http://schemas.openxmlformats.org/officeDocument/2006/relationships/slide" Target="/ppt/slides/slide20.xml" Id="R2e16035fe322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d393fc68d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0ce2eb49463f" /><Relationship Type="http://schemas.openxmlformats.org/officeDocument/2006/relationships/notesMaster" Target="/ppt/notesMasters/notesMaster1.xml" Id="R63ed7fe7f92b46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ffbeb82514615" /><Relationship Type="http://schemas.openxmlformats.org/officeDocument/2006/relationships/notesMaster" Target="/ppt/notesMasters/notesMaster1.xml" Id="Rf02a64f3ad24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7df5ed9384a2f" /><Relationship Type="http://schemas.openxmlformats.org/officeDocument/2006/relationships/notesMaster" Target="/ppt/notesMasters/notesMaster1.xml" Id="R3457e7cec00b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25507f784495f" /><Relationship Type="http://schemas.openxmlformats.org/officeDocument/2006/relationships/notesMaster" Target="/ppt/notesMasters/notesMaster1.xml" Id="R5781c1d76b09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9cb60c7fa4926" /><Relationship Type="http://schemas.openxmlformats.org/officeDocument/2006/relationships/notesMaster" Target="/ppt/notesMasters/notesMaster1.xml" Id="Rdcb8ea9def31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32a198eb749f8" /><Relationship Type="http://schemas.openxmlformats.org/officeDocument/2006/relationships/notesMaster" Target="/ppt/notesMasters/notesMaster1.xml" Id="R610ce563af77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3f64d012e4df9" /><Relationship Type="http://schemas.openxmlformats.org/officeDocument/2006/relationships/notesMaster" Target="/ppt/notesMasters/notesMaster1.xml" Id="R9d934e307c8a48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ced67c442740c2" /><Relationship Type="http://schemas.openxmlformats.org/officeDocument/2006/relationships/notesMaster" Target="/ppt/notesMasters/notesMaster1.xml" Id="R01766873f956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621967db143c4" /><Relationship Type="http://schemas.openxmlformats.org/officeDocument/2006/relationships/notesMaster" Target="/ppt/notesMasters/notesMaster1.xml" Id="Rd3b8feb97035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4f88202e14832" /><Relationship Type="http://schemas.openxmlformats.org/officeDocument/2006/relationships/notesMaster" Target="/ppt/notesMasters/notesMaster1.xml" Id="R7ce75291d0c742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90348b4ec4476a" /><Relationship Type="http://schemas.openxmlformats.org/officeDocument/2006/relationships/notesMaster" Target="/ppt/notesMasters/notesMaster1.xml" Id="R64865e9f24f749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117aab372e4925" /><Relationship Type="http://schemas.openxmlformats.org/officeDocument/2006/relationships/notesMaster" Target="/ppt/notesMasters/notesMaster1.xml" Id="Re565eb8927684a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5236e5d2e44029" /><Relationship Type="http://schemas.openxmlformats.org/officeDocument/2006/relationships/notesMaster" Target="/ppt/notesMasters/notesMaster1.xml" Id="R2f082af1858544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f4f18672e049b3" /><Relationship Type="http://schemas.openxmlformats.org/officeDocument/2006/relationships/notesMaster" Target="/ppt/notesMasters/notesMaster1.xml" Id="Rbca0a88c5dcd40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79774c81b54fed" /><Relationship Type="http://schemas.openxmlformats.org/officeDocument/2006/relationships/notesMaster" Target="/ppt/notesMasters/notesMaster1.xml" Id="R8ef9c77e6dee45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455d30f6194590" /><Relationship Type="http://schemas.openxmlformats.org/officeDocument/2006/relationships/notesMaster" Target="/ppt/notesMasters/notesMaster1.xml" Id="R6a4bb539b8aa4d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e5f68c67eb4a85" /><Relationship Type="http://schemas.openxmlformats.org/officeDocument/2006/relationships/notesMaster" Target="/ppt/notesMasters/notesMaster1.xml" Id="R3e263359bf2642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da6c9f19af4bc0" /><Relationship Type="http://schemas.openxmlformats.org/officeDocument/2006/relationships/notesMaster" Target="/ppt/notesMasters/notesMaster1.xml" Id="Rbefd0cec256c4a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86071b49c4326" /><Relationship Type="http://schemas.openxmlformats.org/officeDocument/2006/relationships/notesMaster" Target="/ppt/notesMasters/notesMaster1.xml" Id="Rfd9b6a448b4e48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61b064c5d14b5a" /><Relationship Type="http://schemas.openxmlformats.org/officeDocument/2006/relationships/notesMaster" Target="/ppt/notesMasters/notesMaster1.xml" Id="R4d73037428cc4a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목표: 사용자가 공간 사진에 스케치로 의도를 표현하면, 실제 예측과 템플릿 상품 연결을 통해 관련 상품을 찾도록 한다. 현재는 입력과 모의 결과를 연결한 데모다.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배경과 팀 소개, 아키텍처, 서비스 소개와 사용 흐름, 구현 범위, 팀원별 개인 발표, 기대 효과, 마지막 데모 시연, Q&amp;A 순서다.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배경은 사용자 문제 가설이다. 실제 시장 조사나 수요 검증 결과로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팀 인원에 맞게 이름 영역을 추가하거나 삭제한다. 여기에서는 역할만 소개하고 구현 과정은 개인 발표에서 설명한다.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선은 주요 요청과 저장 흐름을 단순화한 것이다. 결과 조절 요청도 서버를 거치며 응답은 브라우저로 돌아간다. Kafka와 Spark는 현재 연결되어 있지 않다.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화면은 기존 로컬 테스트 캡처 예시다. AI 모델의 성능을 나타내지 않는다. 실제 사용 사례에 맞는 최신 화면으로 교체할 수 있다. 실제 조작 시연은 마지막 발표 파트에서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여기서 현재 구현과 목표 기능의 경계를 설명한 뒤 팀원별 작업 이야기로 넘어간다.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 양식 9~12장을 팀원 수에 맞게 복제한다. 반복 시 슬라이드 제목에 담당 영역을 붙일 수 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위쪽 빈 영역에 편집 가능한 자료나 실제 화면을 넣는다. 진행하지 않은 작업을 완료한 결과처럼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발표와 기대 효과 설명을 마친 뒤 마지막 발표 파트로 실제 데모를 시연한다. 사진 업로드, 스케치, 검색, 모의 결과 배치 조절, 다운로드 순서. 실제 AI 예측이나 상품 연결을 완료한 것으로 설명하지 않는다. 이어서 Q&amp;A를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일정이 확정되지 않은 단계별 개발 초안이다. 달력이나 확정된 기간을 뜻하지 않는다. 담당자와 실제 작업 순서에 맞게 막대와 내용을 수정한다.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f61bbcd0040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dde68e8564d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1fc0e5cac4b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bc8c29bf49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f56992e364c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581263e084c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b8b1deb0448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12c61e6044413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/>
      </p:grpSpPr>
      <p:sp>
        <p:nvSpPr>
          <p:cNvPr id="77" name="사각형: 둥근 위쪽 모서리 76">
            <a:extLst>
              <a:ext uri="{FF2B5EF4-FFF2-40B4-BE49-F238E27FC236}">
                <ns2:creationId id="{143C12C1-35ED-F463-79FD-82942D56D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3143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제목 7">
            <a:extLst>
              <a:ext uri="{FF2B5EF4-FFF2-40B4-BE49-F238E27FC236}">
                <ns2:creationId id="{3F6A951D-3D65-9000-0260-5C5014872008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197350" y="2065761"/>
            <a:ext cx="2915434" cy="2303040"/>
          </a:xfrm>
        </p:spPr>
        <p:txBody>
          <a:bodyPr lIns="0" anchor="t">
            <a:normAutofit/>
          </a:bodyPr>
          <a:lstStyle>
            <a:lvl1pPr algn="l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r>
              <a:t>Insert title here</a:t>
            </a:r>
            <a:endParaRPr/>
          </a:p>
        </p:txBody>
      </p:sp>
      <p:sp>
        <p:nvSpPr>
          <p:cNvPr id="15" name="타원 14">
            <a:extLst>
              <a:ext uri="{FF2B5EF4-FFF2-40B4-BE49-F238E27FC236}">
                <ns2:creationId id="{9A48DA82-B79B-8F2C-55EA-D45C58E5141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278998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타원 15">
            <a:extLst>
              <a:ext uri="{FF2B5EF4-FFF2-40B4-BE49-F238E27FC236}">
                <ns2:creationId id="{25CE4574-48AC-B44C-7DF2-D6AEF199084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278998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타원 16">
            <a:extLst>
              <a:ext uri="{FF2B5EF4-FFF2-40B4-BE49-F238E27FC236}">
                <ns2:creationId id="{6693385C-3B63-0AFC-EC60-0A5047F8FC6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278998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ns2:creationId id="{18E73BCA-3487-6D78-394A-8CB24D24E269}"/>
              </a:ext>
            </a:extLst>
          </p:cNvPr>
          <p:cNvSpPr>
            <a:spLocks noGrp="1"/>
          </p:cNvSpPr>
          <p:nvPr/>
        </p:nvSpPr>
        <p:spPr>
          <a:xfrm flipH="1">
            <a:off x="9090750" y="195766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576FC0B-28E5-2AC3-8AC6-91131FD0D45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98951" y="3247736"/>
            <a:ext cx="5951100" cy="2728791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0B0B668E-E4B9-2422-3B64-D4CFDC81578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384924" y="2530825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D203A70A-C919-5F22-5AA7-8DA5945EFAD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384924" y="4560072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336156"/>
            <a:ext cx="4716000" cy="2987363"/>
          </a:xfrm>
          <a:prstGeom xmlns:a="http://schemas.openxmlformats.org/drawingml/2006/main" prst="roundRect">
            <a:avLst>
              <a:gd name="adj" fmla="val 643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6"/>
            <a:ext cx="5541615" cy="3502844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413500" y="2626036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45012550-5CF2-059C-1517-850AF70C9390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413500" y="4464199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8f4695ba14520" /><Relationship Type="http://schemas.openxmlformats.org/officeDocument/2006/relationships/slideLayout" Target="/ppt/slideLayouts/slideLayout1.xml" Id="Rfbd40559a1d340b3" /><Relationship Type="http://schemas.openxmlformats.org/officeDocument/2006/relationships/slideLayout" Target="/ppt/slideLayouts/slideLayout2.xml" Id="R3e3e5e3c2ef844ed" /><Relationship Type="http://schemas.openxmlformats.org/officeDocument/2006/relationships/slideLayout" Target="/ppt/slideLayouts/slideLayout3.xml" Id="R4e2a307a092942e7" /><Relationship Type="http://schemas.openxmlformats.org/officeDocument/2006/relationships/slideLayout" Target="/ppt/slideLayouts/slideLayout4.xml" Id="R21a48e1da58f4a32" /><Relationship Type="http://schemas.openxmlformats.org/officeDocument/2006/relationships/slideLayout" Target="/ppt/slideLayouts/slideLayout5.xml" Id="Rf242537e8ed04c65" /><Relationship Type="http://schemas.openxmlformats.org/officeDocument/2006/relationships/slideLayout" Target="/ppt/slideLayouts/slideLayout6.xml" Id="R7fa4df17e3f440e0" /><Relationship Type="http://schemas.openxmlformats.org/officeDocument/2006/relationships/slideLayout" Target="/ppt/slideLayouts/slideLayout7.xml" Id="Rbc26e4733fef4389" /><Relationship Type="http://schemas.openxmlformats.org/officeDocument/2006/relationships/slideLayout" Target="/ppt/slideLayouts/slideLayout8.xml" Id="Rc1df8a564a6746c0" /></Relationships>
</file>

<file path=ppt/slideMasters/slideMaster1.xml><?xml version="1.0" encoding="utf-8"?>
<p:sldMaster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7" name="사각형: 둥근 위쪽 모서리 6">
            <a:extLst>
              <a:ext uri="{FF2B5EF4-FFF2-40B4-BE49-F238E27FC236}">
                <ns2:creationId id="{45340A89-2346-2750-D03A-70220784C8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3143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타원 8">
            <a:extLst>
              <a:ext uri="{FF2B5EF4-FFF2-40B4-BE49-F238E27FC236}">
                <ns2:creationId id="{C3AA1FD6-C124-89F5-F2BC-C96C2816854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278998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타원 9">
            <a:extLst>
              <a:ext uri="{FF2B5EF4-FFF2-40B4-BE49-F238E27FC236}">
                <ns2:creationId id="{3E36975F-E386-EE66-AE60-07CC656FBF3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278998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8D9DF7AF-9D61-E126-F5FE-CEBC40CB96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278998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ns2:creationId id="{C48E0CD8-521B-C4FD-BB20-9CFF9CABD733}"/>
              </a:ext>
            </a:extLst>
          </p:cNvPr>
          <p:cNvSpPr>
            <a:spLocks noGrp="1"/>
          </p:cNvSpPr>
          <p:nvPr/>
        </p:nvSpPr>
        <p:spPr>
          <a:xfrm flipH="1">
            <a:off x="9090750" y="195766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  <p:sp>
        <p:nvSpPr>
          <p:cNvPr id="2" name="제목 개체 틀 1">
            <a:extLst>
              <a:ext uri="{FF2B5EF4-FFF2-40B4-BE49-F238E27FC236}">
                <ns2:creationId id="{0326F8F2-C024-412D-5498-C424A06F947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ns2:creationId id="{865D1251-0B70-E9EE-1F4A-4F87B3A49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ns2:creationId id="{A9DA976E-12F4-0579-6900-DE46BDC5737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B5BDA-CC60-4EB4-8F5A-3FE507F074B5}" type="datetimeFigureOut">
              <a:t>2024-09-26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ns2:creationId id="{9E8CC4CB-2CC1-8E0A-E46D-9B41477C80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ns2:creationId id="{F442B9C8-4159-6065-6182-E8A8EB2097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7D9E7-3507-468F-ABA7-CE8E557B7C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3:id="Rfbd40559a1d340b3"/>
    <p:sldLayoutId id="2147483650" ns3:id="R3e3e5e3c2ef844ed"/>
    <p:sldLayoutId id="2147483651" ns3:id="R4e2a307a092942e7"/>
    <p:sldLayoutId id="2147483652" ns3:id="R21a48e1da58f4a32"/>
    <p:sldLayoutId id="2147483653" ns3:id="Rf242537e8ed04c65"/>
    <p:sldLayoutId id="2147483654" ns3:id="R7fa4df17e3f440e0"/>
    <p:sldLayoutId id="2147483655" ns3:id="Rbc26e4733fef4389"/>
    <p:sldLayoutId id="2147483656" ns3:id="Rc1df8a564a6746c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e016218d478f" /><Relationship Type="http://schemas.openxmlformats.org/officeDocument/2006/relationships/image" Target="/ppt/media/image.png" Id="R5ef92f2c028343de" /><Relationship Type="http://schemas.openxmlformats.org/officeDocument/2006/relationships/image" Target="/ppt/media/image2.png" Id="Rde53942aec4a4f8c" /><Relationship Type="http://schemas.openxmlformats.org/officeDocument/2006/relationships/image" Target="/ppt/media/image3.png" Id="Rc277b6fc481d4d24" /><Relationship Type="http://schemas.openxmlformats.org/officeDocument/2006/relationships/hyperlink" Target="https://powerpoint.yesform.com/" TargetMode="External" Id="R0a7e85be5cbb49a4" /><Relationship Type="http://schemas.openxmlformats.org/officeDocument/2006/relationships/notesSlide" Target="/ppt/notesSlides/notesSlide1.xml" Id="R8fcce99f22d4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f74b66b82f4fb0" /><Relationship Type="http://schemas.openxmlformats.org/officeDocument/2006/relationships/image" Target="/ppt/media/image.jpeg" Id="Rf700357e0d474dab" /><Relationship Type="http://schemas.openxmlformats.org/officeDocument/2006/relationships/notesSlide" Target="/ppt/notesSlides/notesSlide2.xml" Id="Rbb36e53b322c43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ce84fb1eee456f" /><Relationship Type="http://schemas.openxmlformats.org/officeDocument/2006/relationships/image" Target="/ppt/media/image4.png" Id="R935d71ed6748482f" /><Relationship Type="http://schemas.openxmlformats.org/officeDocument/2006/relationships/image" Target="/ppt/media/image5.png" Id="R251c5daf64044302" /><Relationship Type="http://schemas.openxmlformats.org/officeDocument/2006/relationships/image" Target="/ppt/media/image3.png" Id="Rb7699e760e2d4be5" /><Relationship Type="http://schemas.openxmlformats.org/officeDocument/2006/relationships/image" Target="/ppt/media/image6.png" Id="R262dbe637ce4438c" /><Relationship Type="http://schemas.openxmlformats.org/officeDocument/2006/relationships/image" Target="/ppt/media/image7.png" Id="R8b879ca6da114cc9" /><Relationship Type="http://schemas.openxmlformats.org/officeDocument/2006/relationships/image" Target="/ppt/media/image.png" Id="Rb0009e420251435e" /><Relationship Type="http://schemas.openxmlformats.org/officeDocument/2006/relationships/notesSlide" Target="/ppt/notesSlides/notesSlide3.xml" Id="R6ebd7c1afeea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787fb9c8c264510" /><Relationship Type="http://schemas.openxmlformats.org/officeDocument/2006/relationships/notesSlide" Target="/ppt/notesSlides/notesSlide4.xml" Id="R3f965d9ae52f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1b8571b7cc4e52" /><Relationship Type="http://schemas.openxmlformats.org/officeDocument/2006/relationships/notesSlide" Target="/ppt/notesSlides/notesSlide5.xml" Id="R6e9ec1b87db343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95ec40f76541ec" /><Relationship Type="http://schemas.openxmlformats.org/officeDocument/2006/relationships/image" Target="/ppt/media/image8.png" Id="Rcda7ef8dea884344" /><Relationship Type="http://schemas.openxmlformats.org/officeDocument/2006/relationships/notesSlide" Target="/ppt/notesSlides/notesSlide6.xml" Id="R549f1b1946714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386fa80f254396" /><Relationship Type="http://schemas.openxmlformats.org/officeDocument/2006/relationships/image" Target="/ppt/media/image9.png" Id="Rbaf32d5dd62e487c" /><Relationship Type="http://schemas.openxmlformats.org/officeDocument/2006/relationships/image" Target="/ppt/media/image10.png" Id="R97e3fc5a1d13404f" /><Relationship Type="http://schemas.openxmlformats.org/officeDocument/2006/relationships/notesSlide" Target="/ppt/notesSlides/notesSlide7.xml" Id="R94f1c71918bd49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8da36c8e9c746aa" /><Relationship Type="http://schemas.openxmlformats.org/officeDocument/2006/relationships/notesSlide" Target="/ppt/notesSlides/notesSlide8.xml" Id="Rabb04fd7b9ed48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9d8835b55f44be8" /><Relationship Type="http://schemas.openxmlformats.org/officeDocument/2006/relationships/notesSlide" Target="/ppt/notesSlides/notesSlide9.xml" Id="Ra48df774b9a245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97942c0dca445b2" /><Relationship Type="http://schemas.openxmlformats.org/officeDocument/2006/relationships/notesSlide" Target="/ppt/notesSlides/notesSlide10.xml" Id="R5259b9dd585748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c04c3023254e78" /><Relationship Type="http://schemas.openxmlformats.org/officeDocument/2006/relationships/notesSlide" Target="/ppt/notesSlides/notesSlide11.xml" Id="Rbd32e4ef6019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e2853330554a0d" /><Relationship Type="http://schemas.openxmlformats.org/officeDocument/2006/relationships/notesSlide" Target="/ppt/notesSlides/notesSlide12.xml" Id="R3bfd6d944a71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998ab2033e478b" /><Relationship Type="http://schemas.openxmlformats.org/officeDocument/2006/relationships/notesSlide" Target="/ppt/notesSlides/notesSlide13.xml" Id="Rcde59b1bce1a46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e2df7fe6ed4d76" /><Relationship Type="http://schemas.openxmlformats.org/officeDocument/2006/relationships/image" Target="/ppt/media/image11.png" Id="R227b16b2c2804b39" /><Relationship Type="http://schemas.openxmlformats.org/officeDocument/2006/relationships/notesSlide" Target="/ppt/notesSlides/notesSlide14.xml" Id="Rce40eeb578754d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38105c5a3f4a1c" /><Relationship Type="http://schemas.openxmlformats.org/officeDocument/2006/relationships/image" Target="/ppt/media/image7.png" Id="R1cd0371a32554ccd" /><Relationship Type="http://schemas.openxmlformats.org/officeDocument/2006/relationships/image" Target="/ppt/media/image12.png" Id="R104f13e4c45b43ac" /><Relationship Type="http://schemas.openxmlformats.org/officeDocument/2006/relationships/image" Target="/ppt/media/image.png" Id="R0fc89a5f7bec4960" /><Relationship Type="http://schemas.openxmlformats.org/officeDocument/2006/relationships/notesSlide" Target="/ppt/notesSlides/notesSlide15.xml" Id="R5a550c2b6f3348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e7855440be4108" /><Relationship Type="http://schemas.openxmlformats.org/officeDocument/2006/relationships/notesSlide" Target="/ppt/notesSlides/notesSlide16.xml" Id="Rff7b3c693d39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8b2c09cecb24f99" /><Relationship Type="http://schemas.openxmlformats.org/officeDocument/2006/relationships/notesSlide" Target="/ppt/notesSlides/notesSlide17.xml" Id="R699ddab3d32849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1d2194da2f4e6a" /><Relationship Type="http://schemas.openxmlformats.org/officeDocument/2006/relationships/notesSlide" Target="/ppt/notesSlides/notesSlide18.xml" Id="R5090aed420c2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2b8ab0fc5e74734" /><Relationship Type="http://schemas.openxmlformats.org/officeDocument/2006/relationships/notesSlide" Target="/ppt/notesSlides/notesSlide19.xml" Id="R938c0c53764a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fc3287e0b548b6" /><Relationship Type="http://schemas.openxmlformats.org/officeDocument/2006/relationships/notesSlide" Target="/ppt/notesSlides/notesSlide20.xml" Id="R9d43d9a0e35a47e0" 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제목 3">
            <a:extLst>
              <a:ext uri="{FF2B5EF4-FFF2-40B4-BE49-F238E27FC236}">
                <ns2:creationId id="{34ADA94F-A9B6-699F-0917-ED3623CB680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286250" y="2314575"/>
            <a:ext cx="6762750" cy="762000"/>
          </a:xfrm>
        </p:spPr>
        <p:txBody>
          <a:bodyPr lIns="0" tIns="0" rIns="0" bIns="0">
            <a:noAutofit/>
          </a:bodyPr>
          <a:lstStyle>
            <a:def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RoomPick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ns2:creationId id="{92D70A42-3C46-86D0-CD95-BDE8990D6442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276600"/>
            <a:ext cx="6572250" cy="523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ns2:creationId id="{737DB38D-E1C6-978E-0205-ABC9DB8DF3AC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848100"/>
            <a:ext cx="657225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사진 위에 그리는 공간 아이디어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ns2:creationId id="{7B9B8DC1-1CBF-C5CD-41D7-8310A1538456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4752975"/>
            <a:ext cx="6572250" cy="285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팀명  ·  발표자  ·  발표일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사각형: 둥근 위쪽 모서리 43">
            <a:extLst>
              <a:ext uri="{FF2B5EF4-FFF2-40B4-BE49-F238E27FC236}">
                <ns2:creationId id="{C8C8C2B9-5742-E726-5E68-63C007D28673}"/>
              </a:ext>
            </a:extLst>
          </p:cNvPr>
          <p:cNvSpPr>
            <a:spLocks noGrp="1"/>
          </p:cNvSpPr>
          <p:nvPr/>
        </p:nvSpPr>
        <p:spPr>
          <a:xfrm rot="5400000">
            <a:off x="-556397" y="1851891"/>
            <a:ext cx="4616878" cy="3493613"/>
          </a:xfrm>
          <a:prstGeom prst="round2SameRect">
            <a:avLst>
              <a:gd name="adj1" fmla="val 772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0" name="그림 29">
            <a:extLst>
              <a:ext uri="{FF2B5EF4-FFF2-40B4-BE49-F238E27FC236}">
                <ns2:creationId id="{77D01D9D-7A69-4F16-8264-6F2B412EA5CF}"/>
              </a:ext>
            </a:extLst>
          </p:cNvPr>
          <p:cNvPicPr>
            <a:picLocks noChangeAspect="1"/>
          </p:cNvPicPr>
          <p:nvPr/>
        </p:nvPicPr>
        <p:blipFill>
          <a:blip ns3:embed="R5ef92f2c028343de"/>
          <a:stretch>
            <a:fillRect l="0" t="0" r="0" b="0"/>
          </a:stretch>
        </p:blipFill>
        <p:spPr>
          <a:xfrm>
            <a:off x="2391851" y="2007024"/>
            <a:ext cx="640246" cy="64024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ns2:creationId id="{15774C98-C800-49FC-8CC3-95B64C3B3D89}"/>
              </a:ext>
            </a:extLst>
          </p:cNvPr>
          <p:cNvPicPr>
            <a:picLocks noChangeAspect="1"/>
          </p:cNvPicPr>
          <p:nvPr/>
        </p:nvPicPr>
        <p:blipFill rotWithShape="1">
          <a:blip ns3:embed="Rde53942aec4a4f8c"/>
          <a:srcRect l="22885" t="14479" r="13016" b="0"/>
          <a:stretch/>
        </p:blipFill>
        <p:spPr>
          <a:xfrm>
            <a:off x="509432" y="2231242"/>
            <a:ext cx="2797212" cy="26721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ns2:creationId id="{AC0EC353-4E3F-43FD-A948-0CB4090B16BB}"/>
              </a:ext>
            </a:extLst>
          </p:cNvPr>
          <p:cNvPicPr>
            <a:picLocks noChangeAspect="1"/>
          </p:cNvPicPr>
          <p:nvPr/>
        </p:nvPicPr>
        <p:blipFill>
          <a:blip ns3:embed="Rc277b6fc481d4d24"/>
          <a:stretch>
            <a:fillRect l="0" t="0" r="0" b="0"/>
          </a:stretch>
        </p:blipFill>
        <p:spPr>
          <a:xfrm>
            <a:off x="295773" y="4589475"/>
            <a:ext cx="739194" cy="695580"/>
          </a:xfrm>
          <a:prstGeom prst="rect">
            <a:avLst/>
          </a:prstGeom>
        </p:spPr>
      </p:pic>
      <p:sp>
        <p:nvSpPr>
          <p:cNvPr id="41" name="Freeform 38">
            <a:extLst>
              <a:ext uri="{FF2B5EF4-FFF2-40B4-BE49-F238E27FC236}">
                <ns2:creationId id="{BA524345-5047-1D07-3643-5B8EEC22DC7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42015" y="6498946"/>
            <a:ext cx="20452" cy="20452"/>
          </a:xfrm>
          <a:custGeom>
            <a:rect l="0" t="0" r="r" b="b"/>
            <a:pathLst>
              <a:path w="36" h="36">
                <a:moveTo>
                  <a:pt x="36" y="5"/>
                </a:moveTo>
                <a:cubicBezTo>
                  <a:pt x="36" y="2"/>
                  <a:pt x="33" y="0"/>
                  <a:pt x="29" y="0"/>
                </a:cubicBezTo>
                <a:cubicBezTo>
                  <a:pt x="25" y="1"/>
                  <a:pt x="22" y="3"/>
                  <a:pt x="22" y="6"/>
                </a:cubicBezTo>
                <a:cubicBezTo>
                  <a:pt x="22" y="7"/>
                  <a:pt x="23" y="8"/>
                  <a:pt x="23" y="9"/>
                </a:cubicBezTo>
                <a:cubicBezTo>
                  <a:pt x="21" y="8"/>
                  <a:pt x="19" y="8"/>
                  <a:pt x="17" y="8"/>
                </a:cubicBezTo>
                <a:cubicBezTo>
                  <a:pt x="7" y="9"/>
                  <a:pt x="0" y="15"/>
                  <a:pt x="0" y="23"/>
                </a:cubicBezTo>
                <a:cubicBezTo>
                  <a:pt x="0" y="30"/>
                  <a:pt x="8" y="36"/>
                  <a:pt x="18" y="35"/>
                </a:cubicBezTo>
                <a:cubicBezTo>
                  <a:pt x="27" y="35"/>
                  <a:pt x="35" y="28"/>
                  <a:pt x="35" y="21"/>
                </a:cubicBezTo>
                <a:cubicBezTo>
                  <a:pt x="35" y="17"/>
                  <a:pt x="33" y="13"/>
                  <a:pt x="29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33" y="11"/>
                  <a:pt x="36" y="8"/>
                  <a:pt x="36" y="5"/>
                </a:cubicBezTo>
                <a:close/>
              </a:path>
            </a:pathLst>
          </a:custGeom>
          <a:solidFill>
            <a:srgbClr val="40352D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39">
            <a:extLst>
              <a:ext uri="{FF2B5EF4-FFF2-40B4-BE49-F238E27FC236}">
                <ns2:creationId id="{191C5512-7055-1C8E-10DE-F032EDC0FF6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5548" y="6272779"/>
            <a:ext cx="97268" cy="190731"/>
          </a:xfrm>
          <a:custGeom>
            <a:rect l="0" t="0" r="r" b="b"/>
            <a:pathLst>
              <a:path w="171" h="337">
                <a:moveTo>
                  <a:pt x="45" y="204"/>
                </a:moveTo>
                <a:cubicBezTo>
                  <a:pt x="43" y="207"/>
                  <a:pt x="33" y="218"/>
                  <a:pt x="24" y="236"/>
                </a:cubicBezTo>
                <a:cubicBezTo>
                  <a:pt x="21" y="241"/>
                  <a:pt x="14" y="256"/>
                  <a:pt x="8" y="276"/>
                </a:cubicBezTo>
                <a:cubicBezTo>
                  <a:pt x="4" y="290"/>
                  <a:pt x="0" y="309"/>
                  <a:pt x="0" y="332"/>
                </a:cubicBezTo>
                <a:cubicBezTo>
                  <a:pt x="0" y="334"/>
                  <a:pt x="0" y="336"/>
                  <a:pt x="0" y="337"/>
                </a:cubicBezTo>
                <a:cubicBezTo>
                  <a:pt x="1" y="336"/>
                  <a:pt x="2" y="334"/>
                  <a:pt x="3" y="332"/>
                </a:cubicBezTo>
                <a:cubicBezTo>
                  <a:pt x="3" y="332"/>
                  <a:pt x="5" y="329"/>
                  <a:pt x="7" y="326"/>
                </a:cubicBezTo>
                <a:cubicBezTo>
                  <a:pt x="32" y="288"/>
                  <a:pt x="62" y="246"/>
                  <a:pt x="62" y="246"/>
                </a:cubicBezTo>
                <a:cubicBezTo>
                  <a:pt x="121" y="165"/>
                  <a:pt x="148" y="80"/>
                  <a:pt x="148" y="80"/>
                </a:cubicBezTo>
                <a:cubicBezTo>
                  <a:pt x="158" y="50"/>
                  <a:pt x="171" y="0"/>
                  <a:pt x="171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5" y="62"/>
                  <a:pt x="102" y="135"/>
                  <a:pt x="45" y="204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Freeform 40">
            <a:extLst>
              <a:ext uri="{FF2B5EF4-FFF2-40B4-BE49-F238E27FC236}">
                <ns2:creationId id="{054E3477-0864-4CD5-6109-B0C679CC6A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8402" y="6264455"/>
            <a:ext cx="97268" cy="202860"/>
          </a:xfrm>
          <a:custGeom>
            <a:rect l="0" t="0" r="r" b="b"/>
            <a:pathLst>
              <a:path w="171" h="359">
                <a:moveTo>
                  <a:pt x="169" y="0"/>
                </a:moveTo>
                <a:cubicBezTo>
                  <a:pt x="168" y="18"/>
                  <a:pt x="163" y="40"/>
                  <a:pt x="156" y="62"/>
                </a:cubicBezTo>
                <a:cubicBezTo>
                  <a:pt x="156" y="62"/>
                  <a:pt x="156" y="63"/>
                  <a:pt x="156" y="64"/>
                </a:cubicBezTo>
                <a:cubicBezTo>
                  <a:pt x="153" y="72"/>
                  <a:pt x="148" y="86"/>
                  <a:pt x="140" y="106"/>
                </a:cubicBezTo>
                <a:cubicBezTo>
                  <a:pt x="136" y="119"/>
                  <a:pt x="130" y="132"/>
                  <a:pt x="125" y="145"/>
                </a:cubicBezTo>
                <a:cubicBezTo>
                  <a:pt x="107" y="189"/>
                  <a:pt x="77" y="249"/>
                  <a:pt x="28" y="315"/>
                </a:cubicBezTo>
                <a:cubicBezTo>
                  <a:pt x="28" y="315"/>
                  <a:pt x="16" y="334"/>
                  <a:pt x="0" y="359"/>
                </a:cubicBezTo>
                <a:cubicBezTo>
                  <a:pt x="3" y="359"/>
                  <a:pt x="7" y="358"/>
                  <a:pt x="13" y="357"/>
                </a:cubicBezTo>
                <a:cubicBezTo>
                  <a:pt x="37" y="352"/>
                  <a:pt x="53" y="337"/>
                  <a:pt x="60" y="329"/>
                </a:cubicBezTo>
                <a:cubicBezTo>
                  <a:pt x="70" y="318"/>
                  <a:pt x="84" y="302"/>
                  <a:pt x="98" y="281"/>
                </a:cubicBezTo>
                <a:cubicBezTo>
                  <a:pt x="105" y="271"/>
                  <a:pt x="135" y="225"/>
                  <a:pt x="153" y="145"/>
                </a:cubicBezTo>
                <a:cubicBezTo>
                  <a:pt x="171" y="67"/>
                  <a:pt x="169" y="0"/>
                  <a:pt x="169" y="0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5" name="Freeform 41">
            <a:extLst>
              <a:ext uri="{FF2B5EF4-FFF2-40B4-BE49-F238E27FC236}">
                <ns2:creationId id="{B77878C3-19B4-0CED-A57B-2E0FD7E86A0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68175" y="6289902"/>
            <a:ext cx="101786" cy="189780"/>
          </a:xfrm>
          <a:custGeom>
            <a:rect l="0" t="0" r="r" b="b"/>
            <a:pathLst>
              <a:path w="179" h="336">
                <a:moveTo>
                  <a:pt x="147" y="80"/>
                </a:moveTo>
                <a:cubicBezTo>
                  <a:pt x="118" y="143"/>
                  <a:pt x="87" y="191"/>
                  <a:pt x="73" y="214"/>
                </a:cubicBezTo>
                <a:cubicBezTo>
                  <a:pt x="23" y="292"/>
                  <a:pt x="20" y="296"/>
                  <a:pt x="20" y="296"/>
                </a:cubicBezTo>
                <a:cubicBezTo>
                  <a:pt x="17" y="300"/>
                  <a:pt x="15" y="304"/>
                  <a:pt x="13" y="307"/>
                </a:cubicBezTo>
                <a:cubicBezTo>
                  <a:pt x="12" y="308"/>
                  <a:pt x="12" y="309"/>
                  <a:pt x="12" y="309"/>
                </a:cubicBezTo>
                <a:cubicBezTo>
                  <a:pt x="7" y="316"/>
                  <a:pt x="3" y="323"/>
                  <a:pt x="0" y="329"/>
                </a:cubicBezTo>
                <a:cubicBezTo>
                  <a:pt x="0" y="331"/>
                  <a:pt x="0" y="336"/>
                  <a:pt x="5" y="329"/>
                </a:cubicBezTo>
                <a:cubicBezTo>
                  <a:pt x="12" y="321"/>
                  <a:pt x="11" y="323"/>
                  <a:pt x="11" y="323"/>
                </a:cubicBezTo>
                <a:cubicBezTo>
                  <a:pt x="11" y="323"/>
                  <a:pt x="9" y="326"/>
                  <a:pt x="6" y="331"/>
                </a:cubicBezTo>
                <a:cubicBezTo>
                  <a:pt x="9" y="327"/>
                  <a:pt x="12" y="323"/>
                  <a:pt x="15" y="319"/>
                </a:cubicBezTo>
                <a:cubicBezTo>
                  <a:pt x="16" y="317"/>
                  <a:pt x="17" y="316"/>
                  <a:pt x="18" y="314"/>
                </a:cubicBezTo>
                <a:cubicBezTo>
                  <a:pt x="34" y="289"/>
                  <a:pt x="46" y="270"/>
                  <a:pt x="46" y="270"/>
                </a:cubicBezTo>
                <a:cubicBezTo>
                  <a:pt x="95" y="204"/>
                  <a:pt x="125" y="144"/>
                  <a:pt x="143" y="100"/>
                </a:cubicBezTo>
                <a:cubicBezTo>
                  <a:pt x="151" y="81"/>
                  <a:pt x="158" y="61"/>
                  <a:pt x="158" y="61"/>
                </a:cubicBezTo>
                <a:cubicBezTo>
                  <a:pt x="167" y="37"/>
                  <a:pt x="174" y="16"/>
                  <a:pt x="179" y="0"/>
                </a:cubicBezTo>
                <a:cubicBezTo>
                  <a:pt x="173" y="19"/>
                  <a:pt x="162" y="47"/>
                  <a:pt x="147" y="80"/>
                </a:cubicBezTo>
                <a:close/>
              </a:path>
            </a:pathLst>
          </a:custGeom>
          <a:solidFill>
            <a:srgbClr val="E9EDF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Freeform 42">
            <a:extLst>
              <a:ext uri="{FF2B5EF4-FFF2-40B4-BE49-F238E27FC236}">
                <ns2:creationId id="{F3B3B2EC-F36B-4D6E-791E-C6526B3DF20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57236" y="6471359"/>
            <a:ext cx="17598" cy="22592"/>
          </a:xfrm>
          <a:custGeom>
            <a:rect l="0" t="0" r="r" b="b"/>
            <a:pathLst>
              <a:path w="31" h="40">
                <a:moveTo>
                  <a:pt x="24" y="8"/>
                </a:moveTo>
                <a:cubicBezTo>
                  <a:pt x="19" y="15"/>
                  <a:pt x="19" y="10"/>
                  <a:pt x="19" y="8"/>
                </a:cubicBezTo>
                <a:cubicBezTo>
                  <a:pt x="17" y="10"/>
                  <a:pt x="16" y="13"/>
                  <a:pt x="14" y="15"/>
                </a:cubicBezTo>
                <a:cubicBezTo>
                  <a:pt x="8" y="26"/>
                  <a:pt x="0" y="40"/>
                  <a:pt x="0" y="40"/>
                </a:cubicBezTo>
                <a:cubicBezTo>
                  <a:pt x="8" y="32"/>
                  <a:pt x="17" y="21"/>
                  <a:pt x="25" y="10"/>
                </a:cubicBezTo>
                <a:cubicBezTo>
                  <a:pt x="28" y="5"/>
                  <a:pt x="30" y="2"/>
                  <a:pt x="30" y="2"/>
                </a:cubicBezTo>
                <a:cubicBezTo>
                  <a:pt x="30" y="2"/>
                  <a:pt x="31" y="0"/>
                  <a:pt x="24" y="8"/>
                </a:cubicBezTo>
                <a:close/>
              </a:path>
            </a:pathLst>
          </a:custGeom>
          <a:solidFill>
            <a:srgbClr val="ADB9B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ns2:creationId id="{1CB623C4-B08C-26DF-3DF5-210DC039862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59003" y="6359821"/>
            <a:ext cx="22592" cy="162193"/>
          </a:xfrm>
          <a:prstGeom prst="rect">
            <a:avLst/>
          </a:prstGeom>
          <a:solidFill>
            <a:srgbClr val="231F20"/>
          </a:solidFill>
          <a:ln w="9525">
            <a:noFill/>
            <a:miter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8" name="Freeform 47">
            <a:extLst>
              <a:ext uri="{FF2B5EF4-FFF2-40B4-BE49-F238E27FC236}">
                <ns2:creationId id="{13B3059A-8E65-2D4C-6E1B-CA3B5375966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6073" y="6359821"/>
            <a:ext cx="128898" cy="162193"/>
          </a:xfrm>
          <a:custGeom>
            <a:rect l="0" t="0" r="r" b="b"/>
            <a:pathLst>
              <a:path w="229" h="287">
                <a:moveTo>
                  <a:pt x="189" y="43"/>
                </a:moveTo>
                <a:cubicBezTo>
                  <a:pt x="151" y="43"/>
                  <a:pt x="151" y="43"/>
                  <a:pt x="151" y="43"/>
                </a:cubicBezTo>
                <a:cubicBezTo>
                  <a:pt x="149" y="39"/>
                  <a:pt x="146" y="35"/>
                  <a:pt x="144" y="32"/>
                </a:cubicBezTo>
                <a:cubicBezTo>
                  <a:pt x="129" y="11"/>
                  <a:pt x="108" y="0"/>
                  <a:pt x="82" y="0"/>
                </a:cubicBezTo>
                <a:cubicBezTo>
                  <a:pt x="56" y="0"/>
                  <a:pt x="35" y="11"/>
                  <a:pt x="20" y="32"/>
                </a:cubicBezTo>
                <a:cubicBezTo>
                  <a:pt x="7" y="51"/>
                  <a:pt x="0" y="75"/>
                  <a:pt x="0" y="104"/>
                </a:cubicBezTo>
                <a:cubicBezTo>
                  <a:pt x="0" y="132"/>
                  <a:pt x="7" y="155"/>
                  <a:pt x="20" y="174"/>
                </a:cubicBezTo>
                <a:cubicBezTo>
                  <a:pt x="35" y="196"/>
                  <a:pt x="56" y="206"/>
                  <a:pt x="82" y="206"/>
                </a:cubicBezTo>
                <a:cubicBezTo>
                  <a:pt x="108" y="206"/>
                  <a:pt x="129" y="196"/>
                  <a:pt x="144" y="174"/>
                </a:cubicBezTo>
                <a:cubicBezTo>
                  <a:pt x="145" y="172"/>
                  <a:pt x="147" y="170"/>
                  <a:pt x="148" y="168"/>
                </a:cubicBezTo>
                <a:cubicBezTo>
                  <a:pt x="189" y="168"/>
                  <a:pt x="189" y="168"/>
                  <a:pt x="189" y="168"/>
                </a:cubicBezTo>
                <a:cubicBezTo>
                  <a:pt x="189" y="287"/>
                  <a:pt x="189" y="287"/>
                  <a:pt x="189" y="287"/>
                </a:cubicBezTo>
                <a:cubicBezTo>
                  <a:pt x="229" y="287"/>
                  <a:pt x="229" y="287"/>
                  <a:pt x="229" y="287"/>
                </a:cubicBezTo>
                <a:cubicBezTo>
                  <a:pt x="229" y="0"/>
                  <a:pt x="229" y="0"/>
                  <a:pt x="229" y="0"/>
                </a:cubicBezTo>
                <a:cubicBezTo>
                  <a:pt x="189" y="0"/>
                  <a:pt x="189" y="0"/>
                  <a:pt x="189" y="0"/>
                </a:cubicBezTo>
                <a:lnTo>
                  <a:pt x="189" y="43"/>
                </a:lnTo>
                <a:close/>
                <a:moveTo>
                  <a:pt x="115" y="149"/>
                </a:moveTo>
                <a:cubicBezTo>
                  <a:pt x="107" y="163"/>
                  <a:pt x="96" y="170"/>
                  <a:pt x="82" y="170"/>
                </a:cubicBezTo>
                <a:cubicBezTo>
                  <a:pt x="68" y="170"/>
                  <a:pt x="57" y="163"/>
                  <a:pt x="49" y="149"/>
                </a:cubicBezTo>
                <a:cubicBezTo>
                  <a:pt x="42" y="137"/>
                  <a:pt x="38" y="121"/>
                  <a:pt x="38" y="104"/>
                </a:cubicBezTo>
                <a:cubicBezTo>
                  <a:pt x="38" y="86"/>
                  <a:pt x="42" y="70"/>
                  <a:pt x="49" y="57"/>
                </a:cubicBezTo>
                <a:cubicBezTo>
                  <a:pt x="57" y="43"/>
                  <a:pt x="68" y="36"/>
                  <a:pt x="82" y="36"/>
                </a:cubicBezTo>
                <a:cubicBezTo>
                  <a:pt x="96" y="36"/>
                  <a:pt x="107" y="43"/>
                  <a:pt x="115" y="57"/>
                </a:cubicBezTo>
                <a:cubicBezTo>
                  <a:pt x="123" y="70"/>
                  <a:pt x="127" y="86"/>
                  <a:pt x="127" y="104"/>
                </a:cubicBezTo>
                <a:cubicBezTo>
                  <a:pt x="127" y="121"/>
                  <a:pt x="123" y="137"/>
                  <a:pt x="115" y="149"/>
                </a:cubicBezTo>
                <a:close/>
                <a:moveTo>
                  <a:pt x="189" y="132"/>
                </a:moveTo>
                <a:cubicBezTo>
                  <a:pt x="162" y="132"/>
                  <a:pt x="162" y="132"/>
                  <a:pt x="162" y="132"/>
                </a:cubicBezTo>
                <a:cubicBezTo>
                  <a:pt x="163" y="123"/>
                  <a:pt x="164" y="114"/>
                  <a:pt x="164" y="104"/>
                </a:cubicBezTo>
                <a:cubicBezTo>
                  <a:pt x="164" y="95"/>
                  <a:pt x="164" y="87"/>
                  <a:pt x="162" y="79"/>
                </a:cubicBezTo>
                <a:cubicBezTo>
                  <a:pt x="189" y="79"/>
                  <a:pt x="189" y="79"/>
                  <a:pt x="189" y="79"/>
                </a:cubicBezTo>
                <a:lnTo>
                  <a:pt x="189" y="13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9" name="Oval 48">
            <a:extLst>
              <a:ext uri="{FF2B5EF4-FFF2-40B4-BE49-F238E27FC236}">
                <ns2:creationId id="{F8069A38-D985-FBC1-8D42-37ACD8DDEE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80773" y="6517496"/>
            <a:ext cx="153631" cy="7848"/>
          </a:xfrm>
          <a:prstGeom prst="ellipse">
            <a:avLst/>
          </a:prstGeom>
          <a:solidFill>
            <a:srgbClr val="C8CACB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0" name="Freeform 49">
            <a:extLst>
              <a:ext uri="{FF2B5EF4-FFF2-40B4-BE49-F238E27FC236}">
                <ns2:creationId id="{23255EE9-87C7-C9DF-5919-41BCFB3DB67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29758" y="6202384"/>
            <a:ext cx="313684" cy="314398"/>
          </a:xfrm>
          <a:custGeom>
            <a:rect l="0" t="0" r="r" b="b"/>
            <a:pathLst>
              <a:path w="557" h="557">
                <a:moveTo>
                  <a:pt x="549" y="317"/>
                </a:moveTo>
                <a:cubicBezTo>
                  <a:pt x="557" y="330"/>
                  <a:pt x="553" y="347"/>
                  <a:pt x="540" y="355"/>
                </a:cubicBezTo>
                <a:cubicBezTo>
                  <a:pt x="241" y="548"/>
                  <a:pt x="241" y="548"/>
                  <a:pt x="241" y="548"/>
                </a:cubicBezTo>
                <a:cubicBezTo>
                  <a:pt x="228" y="557"/>
                  <a:pt x="210" y="553"/>
                  <a:pt x="202" y="540"/>
                </a:cubicBezTo>
                <a:cubicBezTo>
                  <a:pt x="9" y="240"/>
                  <a:pt x="9" y="240"/>
                  <a:pt x="9" y="240"/>
                </a:cubicBezTo>
                <a:cubicBezTo>
                  <a:pt x="0" y="227"/>
                  <a:pt x="4" y="210"/>
                  <a:pt x="17" y="202"/>
                </a:cubicBezTo>
                <a:cubicBezTo>
                  <a:pt x="317" y="9"/>
                  <a:pt x="317" y="9"/>
                  <a:pt x="317" y="9"/>
                </a:cubicBezTo>
                <a:cubicBezTo>
                  <a:pt x="330" y="0"/>
                  <a:pt x="347" y="4"/>
                  <a:pt x="356" y="17"/>
                </a:cubicBezTo>
                <a:lnTo>
                  <a:pt x="549" y="317"/>
                </a:lnTo>
                <a:close/>
              </a:path>
            </a:pathLst>
          </a:custGeom>
          <a:solidFill>
            <a:srgbClr val="BB2836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1" name="Freeform 50">
            <a:extLst>
              <a:ext uri="{FF2B5EF4-FFF2-40B4-BE49-F238E27FC236}">
                <ns2:creationId id="{332F7E36-F52B-6E7C-4103-8A7FEAF3753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906805" y="6359821"/>
            <a:ext cx="160766" cy="162193"/>
          </a:xfrm>
          <a:custGeom>
            <a:rect l="0" t="0" r="r" b="b"/>
            <a:pathLst>
              <a:path w="285" h="287">
                <a:moveTo>
                  <a:pt x="200" y="101"/>
                </a:moveTo>
                <a:cubicBezTo>
                  <a:pt x="220" y="122"/>
                  <a:pt x="248" y="139"/>
                  <a:pt x="285" y="151"/>
                </a:cubicBezTo>
                <a:cubicBezTo>
                  <a:pt x="264" y="178"/>
                  <a:pt x="264" y="178"/>
                  <a:pt x="264" y="178"/>
                </a:cubicBezTo>
                <a:cubicBezTo>
                  <a:pt x="233" y="168"/>
                  <a:pt x="209" y="157"/>
                  <a:pt x="189" y="144"/>
                </a:cubicBezTo>
                <a:cubicBezTo>
                  <a:pt x="169" y="130"/>
                  <a:pt x="153" y="115"/>
                  <a:pt x="141" y="97"/>
                </a:cubicBezTo>
                <a:cubicBezTo>
                  <a:pt x="130" y="115"/>
                  <a:pt x="114" y="130"/>
                  <a:pt x="94" y="144"/>
                </a:cubicBezTo>
                <a:cubicBezTo>
                  <a:pt x="74" y="157"/>
                  <a:pt x="49" y="168"/>
                  <a:pt x="19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35" y="139"/>
                  <a:pt x="62" y="122"/>
                  <a:pt x="82" y="101"/>
                </a:cubicBezTo>
                <a:cubicBezTo>
                  <a:pt x="106" y="75"/>
                  <a:pt x="118" y="41"/>
                  <a:pt x="118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42"/>
                  <a:pt x="177" y="76"/>
                  <a:pt x="200" y="101"/>
                </a:cubicBezTo>
                <a:close/>
                <a:moveTo>
                  <a:pt x="282" y="252"/>
                </a:moveTo>
                <a:cubicBezTo>
                  <a:pt x="282" y="287"/>
                  <a:pt x="282" y="287"/>
                  <a:pt x="282" y="287"/>
                </a:cubicBezTo>
                <a:cubicBezTo>
                  <a:pt x="2" y="287"/>
                  <a:pt x="2" y="287"/>
                  <a:pt x="2" y="287"/>
                </a:cubicBezTo>
                <a:cubicBezTo>
                  <a:pt x="2" y="252"/>
                  <a:pt x="2" y="252"/>
                  <a:pt x="2" y="252"/>
                </a:cubicBezTo>
                <a:lnTo>
                  <a:pt x="282" y="25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2" name="Freeform 51">
            <a:extLst>
              <a:ext uri="{FF2B5EF4-FFF2-40B4-BE49-F238E27FC236}">
                <ns2:creationId id="{2499BFCE-5D8A-7BD7-A972-2DE5F0ACBB1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70187" y="6240197"/>
            <a:ext cx="231636" cy="233301"/>
          </a:xfrm>
          <a:custGeom>
            <a:rect l="0" t="0" r="r" b="b"/>
            <a:pathLst>
              <a:path w="411" h="413">
                <a:moveTo>
                  <a:pt x="236" y="0"/>
                </a:moveTo>
                <a:cubicBezTo>
                  <a:pt x="257" y="31"/>
                  <a:pt x="257" y="31"/>
                  <a:pt x="257" y="31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49" y="94"/>
                  <a:pt x="249" y="94"/>
                  <a:pt x="249" y="94"/>
                </a:cubicBezTo>
                <a:cubicBezTo>
                  <a:pt x="283" y="72"/>
                  <a:pt x="283" y="72"/>
                  <a:pt x="283" y="72"/>
                </a:cubicBezTo>
                <a:cubicBezTo>
                  <a:pt x="303" y="104"/>
                  <a:pt x="303" y="104"/>
                  <a:pt x="303" y="104"/>
                </a:cubicBezTo>
                <a:cubicBezTo>
                  <a:pt x="210" y="164"/>
                  <a:pt x="210" y="164"/>
                  <a:pt x="210" y="164"/>
                </a:cubicBezTo>
                <a:cubicBezTo>
                  <a:pt x="224" y="187"/>
                  <a:pt x="224" y="187"/>
                  <a:pt x="224" y="187"/>
                </a:cubicBezTo>
                <a:cubicBezTo>
                  <a:pt x="328" y="119"/>
                  <a:pt x="328" y="119"/>
                  <a:pt x="328" y="119"/>
                </a:cubicBezTo>
                <a:cubicBezTo>
                  <a:pt x="349" y="151"/>
                  <a:pt x="349" y="151"/>
                  <a:pt x="349" y="151"/>
                </a:cubicBezTo>
                <a:cubicBezTo>
                  <a:pt x="92" y="318"/>
                  <a:pt x="92" y="318"/>
                  <a:pt x="92" y="318"/>
                </a:cubicBezTo>
                <a:cubicBezTo>
                  <a:pt x="71" y="286"/>
                  <a:pt x="71" y="286"/>
                  <a:pt x="71" y="286"/>
                </a:cubicBezTo>
                <a:cubicBezTo>
                  <a:pt x="181" y="215"/>
                  <a:pt x="181" y="215"/>
                  <a:pt x="181" y="215"/>
                </a:cubicBezTo>
                <a:cubicBezTo>
                  <a:pt x="166" y="193"/>
                  <a:pt x="166" y="193"/>
                  <a:pt x="166" y="193"/>
                </a:cubicBezTo>
                <a:cubicBezTo>
                  <a:pt x="67" y="257"/>
                  <a:pt x="67" y="257"/>
                  <a:pt x="67" y="257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81" y="203"/>
                  <a:pt x="81" y="203"/>
                  <a:pt x="81" y="203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21" y="185"/>
                  <a:pt x="21" y="185"/>
                  <a:pt x="21" y="185"/>
                </a:cubicBezTo>
                <a:cubicBezTo>
                  <a:pt x="0" y="153"/>
                  <a:pt x="0" y="153"/>
                  <a:pt x="0" y="153"/>
                </a:cubicBezTo>
                <a:lnTo>
                  <a:pt x="236" y="0"/>
                </a:lnTo>
                <a:close/>
                <a:moveTo>
                  <a:pt x="99" y="134"/>
                </a:moveTo>
                <a:cubicBezTo>
                  <a:pt x="125" y="175"/>
                  <a:pt x="125" y="175"/>
                  <a:pt x="125" y="175"/>
                </a:cubicBezTo>
                <a:cubicBezTo>
                  <a:pt x="205" y="122"/>
                  <a:pt x="205" y="122"/>
                  <a:pt x="205" y="122"/>
                </a:cubicBezTo>
                <a:cubicBezTo>
                  <a:pt x="179" y="82"/>
                  <a:pt x="179" y="82"/>
                  <a:pt x="179" y="82"/>
                </a:cubicBezTo>
                <a:lnTo>
                  <a:pt x="99" y="134"/>
                </a:lnTo>
                <a:close/>
                <a:moveTo>
                  <a:pt x="348" y="182"/>
                </a:moveTo>
                <a:cubicBezTo>
                  <a:pt x="411" y="278"/>
                  <a:pt x="411" y="278"/>
                  <a:pt x="411" y="278"/>
                </a:cubicBezTo>
                <a:cubicBezTo>
                  <a:pt x="219" y="403"/>
                  <a:pt x="219" y="403"/>
                  <a:pt x="219" y="403"/>
                </a:cubicBezTo>
                <a:cubicBezTo>
                  <a:pt x="207" y="411"/>
                  <a:pt x="196" y="413"/>
                  <a:pt x="186" y="412"/>
                </a:cubicBezTo>
                <a:cubicBezTo>
                  <a:pt x="177" y="410"/>
                  <a:pt x="169" y="404"/>
                  <a:pt x="162" y="394"/>
                </a:cubicBezTo>
                <a:cubicBezTo>
                  <a:pt x="120" y="329"/>
                  <a:pt x="120" y="329"/>
                  <a:pt x="120" y="329"/>
                </a:cubicBezTo>
                <a:lnTo>
                  <a:pt x="348" y="182"/>
                </a:lnTo>
                <a:close/>
                <a:moveTo>
                  <a:pt x="185" y="333"/>
                </a:moveTo>
                <a:cubicBezTo>
                  <a:pt x="206" y="365"/>
                  <a:pt x="206" y="365"/>
                  <a:pt x="206" y="365"/>
                </a:cubicBezTo>
                <a:cubicBezTo>
                  <a:pt x="346" y="275"/>
                  <a:pt x="346" y="275"/>
                  <a:pt x="346" y="275"/>
                </a:cubicBezTo>
                <a:cubicBezTo>
                  <a:pt x="325" y="243"/>
                  <a:pt x="325" y="243"/>
                  <a:pt x="325" y="243"/>
                </a:cubicBezTo>
                <a:lnTo>
                  <a:pt x="185" y="3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0" name="직사각형 39">
            <a:hlinkClick ns3:id="R0a7e85be5cbb49a4"/>
            <a:extLst>
              <a:ext uri="{FF2B5EF4-FFF2-40B4-BE49-F238E27FC236}">
                <ns2:creationId id="{9FF3C7EF-BFC1-5FF8-CEBB-B9F43A4DA92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2822" y="6200502"/>
            <a:ext cx="775064" cy="348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">
            <a:extLst>
              <a:ext uri="{FF2B5EF4-FFF2-40B4-BE49-F238E27FC236}">
                <ns2:creationId id="{65D16B8E-ED9B-40E8-994F-9F178F9BC42E}"/>
              </a:ext>
            </a:extLst>
          </p:cNvPr>
          <p:cNvSpPr>
            <a:spLocks noGrp="1"/>
          </p:cNvSpPr>
          <p:nvPr/>
        </p:nvSpPr>
        <p:spPr>
          <a:xfrm>
            <a:off x="4324350" y="5314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사용자 흐름 데모</a:t>
            </a:r>
          </a:p>
        </p:txBody>
      </p:sp>
      <p:sp>
        <p:nvSpPr>
          <p:cNvPr id="54" name="RoomPick Header Korean">
            <a:extLst>
              <a:ext uri="{FF2B5EF4-FFF2-40B4-BE49-F238E27FC236}">
                <ns2:creationId id="{28B9BC12-4642-4004-93BB-69A075A105FB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562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RoomPick</a:t>
            </a:r>
          </a:p>
        </p:txBody>
      </p:sp>
      <p:sp>
        <p:nvSpPr>
          <p:cNvPr id="55" name="RoomPick Header English">
            <a:extLst>
              <a:ext uri="{FF2B5EF4-FFF2-40B4-BE49-F238E27FC236}">
                <ns2:creationId id="{6CBA43D8-8797-415C-B4C5-23DCD4FD8F8B}"/>
              </a:ext>
            </a:extLst>
          </p:cNvPr>
          <p:cNvSpPr>
            <a:spLocks noGrp="1"/>
          </p:cNvSpPr>
          <p:nvPr/>
        </p:nvSpPr>
        <p:spPr>
          <a:xfrm>
            <a:off x="264795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 Overview</a:t>
            </a:r>
          </a:p>
        </p:txBody>
      </p:sp>
    </p:spTree>
    <p:extLst>
      <p:ext uri="{BB962C8B-B14F-4D97-AF65-F5344CB8AC3E}">
        <ns4:creationId val="177063190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4" name="직선 연결선 13">
            <a:extLst>
              <a:ext uri="{FF2B5EF4-FFF2-40B4-BE49-F238E27FC236}">
                <ns2:creationId id="{AA95470D-A4E1-4954-8E30-3C05E48AA9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86654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직선 연결선 14">
            <a:extLst>
              <a:ext uri="{FF2B5EF4-FFF2-40B4-BE49-F238E27FC236}">
                <ns2:creationId id="{837FE6F1-AD1C-41A5-8470-76EB3FF0BF2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866548"/>
            <a:ext cx="15022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사각형: 둥근 모서리 10">
            <a:extLst>
              <a:ext uri="{FF2B5EF4-FFF2-40B4-BE49-F238E27FC236}">
                <ns2:creationId id="{E251BFBE-D7D8-86D9-FD19-0F69D10E09C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2492088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ns2:creationId id="{806BA63B-D8A0-CADD-BA03-6310CAC2EF8D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2589086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프로젝트와 팀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60" name="TextBox 59">
            <a:extLst>
              <a:ext uri="{FF2B5EF4-FFF2-40B4-BE49-F238E27FC236}">
                <ns2:creationId id="{3E53E9DA-5820-4D13-8140-94C33861A8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2589042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01</a:t>
            </a:r>
            <a:endParaRPr sz="1200">
              <a:latin typeface="+mj-ea"/>
              <a:ea typeface="+mj-ea"/>
              <a:cs typeface="+mj-ea"/>
            </a:endParaRPr>
          </a:p>
        </p:txBody>
      </p:sp>
      <p:pic>
        <p:nvPicPr>
          <p:cNvPr id="93" name="그림 개체 틀 92">
            <a:extLst>
              <a:ext uri="{FF2B5EF4-FFF2-40B4-BE49-F238E27FC236}">
                <ns2:creationId id="{E90D788B-7372-44BF-B812-819B62C3DF7D}"/>
              </a:ext>
            </a:extLst>
          </p:cNvPr>
          <p:cNvPicPr>
            <a:picLocks noChangeAspect="1"/>
          </p:cNvPicPr>
          <p:nvPr>
            <p:ph type="pic" idx="13"/>
          </p:nvPr>
        </p:nvPicPr>
        <p:blipFill>
          <a:blip ns3:embed="Rf700357e0d474dab"/>
          <a:srcRect l="8781" t="0" r="8781" b="0"/>
          <a:stretch>
            <a:fillRect l="0" t="0" r="0" b="0"/>
          </a:stretch>
        </p:blipFill>
        <p:spPr>
          <a:xfrm>
            <a:off x="800100" y="2486025"/>
            <a:ext cx="5953125" cy="2724150"/>
          </a:xfrm>
        </p:spPr>
      </p:pic>
      <p:sp>
        <p:nvSpPr>
          <p:cNvPr id="77" name="사각형: 둥근 모서리 76">
            <a:extLst>
              <a:ext uri="{FF2B5EF4-FFF2-40B4-BE49-F238E27FC236}">
                <ns2:creationId id="{BD17931E-F6DE-C42C-3C13-D4A8C2CA009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3216806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8" name="TextBox 77">
            <a:extLst>
              <a:ext uri="{FF2B5EF4-FFF2-40B4-BE49-F238E27FC236}">
                <ns2:creationId id="{52D846C4-A5A2-965C-A491-CD96B2AF1439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3313748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아키텍처와 서비스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79" name="TextBox 78">
            <a:extLst>
              <a:ext uri="{FF2B5EF4-FFF2-40B4-BE49-F238E27FC236}">
                <ns2:creationId id="{CA38B93D-D20A-17EE-B6D4-90F89C8F06E3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3313760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02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ns2:creationId id="{7AC3B3D1-F3FF-CB49-4C92-5E5058E310B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3941524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2" name="TextBox 81">
            <a:extLst>
              <a:ext uri="{FF2B5EF4-FFF2-40B4-BE49-F238E27FC236}">
                <ns2:creationId id="{0A6844F0-69E7-DC0B-0934-27EC1B346F02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4038505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팀원별 구현 이야기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3" name="TextBox 82">
            <a:extLst>
              <a:ext uri="{FF2B5EF4-FFF2-40B4-BE49-F238E27FC236}">
                <ns2:creationId id="{63AA49AF-07F2-C511-CE92-4ED5EE7907B0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4038478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03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ns2:creationId id="{A9CB9C8B-AB5D-DFCA-24E4-062D36C488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4666242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6" name="TextBox 85">
            <a:extLst>
              <a:ext uri="{FF2B5EF4-FFF2-40B4-BE49-F238E27FC236}">
                <ns2:creationId id="{7454578B-4393-B733-B7E4-C08F9C91371F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4763167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데모 시연과 Q&amp;A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7" name="TextBox 86">
            <a:extLst>
              <a:ext uri="{FF2B5EF4-FFF2-40B4-BE49-F238E27FC236}">
                <ns2:creationId id="{61816D14-5CCB-9FF9-DB85-CB480C8E96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4763196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04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94" name="RoomPick Header Korean">
            <a:extLst>
              <a:ext uri="{FF2B5EF4-FFF2-40B4-BE49-F238E27FC236}">
                <ns2:creationId id="{B64261C5-2B49-499E-B108-04110B74B0EA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4192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발표 순서</a:t>
            </a:r>
          </a:p>
        </p:txBody>
      </p:sp>
      <p:sp>
        <p:nvSpPr>
          <p:cNvPr id="95" name="RoomPick Header English">
            <a:extLst>
              <a:ext uri="{FF2B5EF4-FFF2-40B4-BE49-F238E27FC236}">
                <ns2:creationId id="{D61B86B3-BBCB-46AD-B14D-973AEB972202}"/>
              </a:ext>
            </a:extLst>
          </p:cNvPr>
          <p:cNvSpPr>
            <a:spLocks noGrp="1"/>
          </p:cNvSpPr>
          <p:nvPr/>
        </p:nvSpPr>
        <p:spPr>
          <a:xfrm>
            <a:off x="25050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Contents</a:t>
            </a:r>
          </a:p>
        </p:txBody>
      </p:sp>
    </p:spTree>
    <p:extLst>
      <p:ext uri="{BB962C8B-B14F-4D97-AF65-F5344CB8AC3E}">
        <ns4:creationId val="53853475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Box 3">
            <a:extLst>
              <a:ext uri="{FF2B5EF4-FFF2-40B4-BE49-F238E27FC236}">
                <ns2:creationId id="{D706E399-6F20-6D3F-057D-221C544F2C58}"/>
              </a:ext>
            </a:extLst>
          </p:cNvPr>
          <p:cNvSpPr>
            <a:spLocks noGrp="1"/>
          </p:cNvSpPr>
          <p:nvPr/>
        </p:nvSpPr>
        <p:spPr>
          <a:xfrm flipH="1">
            <a:off x="809625" y="3774100"/>
            <a:ext cx="5572125" cy="15716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검색어로 표현하기 어려운 형태와 배치.</a:t>
            </a: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RoomPick은 사진 위 스케치를 입력으로 사용합니다.</a:t>
            </a:r>
          </a:p>
          <a:p>
            <a:pPr>
              <a:lnSpc>
                <a:spcPct val="130000"/>
              </a:lnSpc>
              <a:buNone/>
            </a:pPr>
            <a:r>
              <a:rPr sz="11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/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현재는 이 사용 흐름을 확인하는 데모입니다.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ns2:creationId id="{88617533-5605-58D2-D04A-B388BF905696}"/>
              </a:ext>
            </a:extLst>
          </p:cNvPr>
          <p:cNvSpPr>
            <a:spLocks noGrp="1"/>
          </p:cNvSpPr>
          <p:nvPr/>
        </p:nvSpPr>
        <p:spPr>
          <a:xfrm>
            <a:off x="809625" y="2364400"/>
            <a:ext cx="5429250" cy="1000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원하는 모습은 있는데,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  <a:p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어떤 상품을 찾아야 할까요?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ns2:creationId id="{72A09AA8-C516-9BD0-BE1C-02F32A49780D}"/>
              </a:ext>
            </a:extLst>
          </p:cNvPr>
          <p:cNvSpPr>
            <a:spLocks noGrp="1"/>
          </p:cNvSpPr>
          <p:nvPr/>
        </p:nvSpPr>
        <p:spPr>
          <a:xfrm>
            <a:off x="7112000" y="1047750"/>
            <a:ext cx="4208817" cy="4565260"/>
          </a:xfrm>
          <a:prstGeom prst="roundRect">
            <a:avLst>
              <a:gd name="adj" fmla="val 70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ns2:creationId id="{AAF9CA65-0843-4DFA-A8DA-1F81A80A7CCD}"/>
              </a:ext>
            </a:extLst>
          </p:cNvPr>
          <p:cNvPicPr>
            <a:picLocks noChangeAspect="1"/>
          </p:cNvPicPr>
          <p:nvPr/>
        </p:nvPicPr>
        <p:blipFill rotWithShape="1">
          <a:blip ns3:embed="R935d71ed6748482f"/>
          <a:srcRect l="33462" t="10143" r="29322" b="9039"/>
          <a:stretch/>
        </p:blipFill>
        <p:spPr>
          <a:xfrm>
            <a:off x="8224280" y="1611635"/>
            <a:ext cx="2390302" cy="37166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ns2:creationId id="{C004A24B-4E43-4634-B7D4-647F4D414BAA}"/>
              </a:ext>
            </a:extLst>
          </p:cNvPr>
          <p:cNvPicPr>
            <a:picLocks noChangeAspect="1"/>
          </p:cNvPicPr>
          <p:nvPr/>
        </p:nvPicPr>
        <p:blipFill>
          <a:blip ns3:embed="R251c5daf64044302"/>
          <a:stretch>
            <a:fillRect l="0" t="0" r="0" b="0"/>
          </a:stretch>
        </p:blipFill>
        <p:spPr>
          <a:xfrm rot="900000">
            <a:off x="10197121" y="1479288"/>
            <a:ext cx="711054" cy="66483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ns2:creationId id="{A42D7674-59BF-4A25-B96B-65F9E074C204}"/>
              </a:ext>
            </a:extLst>
          </p:cNvPr>
          <p:cNvPicPr>
            <a:picLocks noChangeAspect="1"/>
          </p:cNvPicPr>
          <p:nvPr/>
        </p:nvPicPr>
        <p:blipFill>
          <a:blip ns3:embed="Rb7699e760e2d4be5"/>
          <a:stretch>
            <a:fillRect l="0" t="0" r="0" b="0"/>
          </a:stretch>
        </p:blipFill>
        <p:spPr>
          <a:xfrm>
            <a:off x="7630937" y="1484355"/>
            <a:ext cx="739194" cy="6955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ns2:creationId id="{F7315D98-9770-45EA-A0B5-6CE24A0FD358}"/>
              </a:ext>
            </a:extLst>
          </p:cNvPr>
          <p:cNvPicPr>
            <a:picLocks noChangeAspect="1"/>
          </p:cNvPicPr>
          <p:nvPr/>
        </p:nvPicPr>
        <p:blipFill>
          <a:blip ns3:embed="R262dbe637ce4438c"/>
          <a:stretch>
            <a:fillRect l="0" t="0" r="0" b="0"/>
          </a:stretch>
        </p:blipFill>
        <p:spPr>
          <a:xfrm>
            <a:off x="7680214" y="4649553"/>
            <a:ext cx="516016" cy="653794"/>
          </a:xfrm>
          <a:prstGeom prst="rect">
            <a:avLst/>
          </a:prstGeom>
        </p:spPr>
      </p:pic>
      <p:pic>
        <p:nvPicPr>
          <p:cNvPr id="24" name="Picture 4">
            <a:extLst>
              <a:ext uri="{FF2B5EF4-FFF2-40B4-BE49-F238E27FC236}">
                <ns2:creationId id="{50FDB8E5-9DF9-4738-8AEB-3655AE495C71}"/>
              </a:ext>
            </a:extLst>
          </p:cNvPr>
          <p:cNvPicPr>
            <a:picLocks noChangeAspect="1"/>
          </p:cNvPicPr>
          <p:nvPr/>
        </p:nvPicPr>
        <p:blipFill>
          <a:blip ns3:embed="R8b879ca6da114cc9"/>
          <a:srcRect l="0" t="0" r="0" b="0"/>
          <a:stretch>
            <a:fillRect l="0" t="0" r="0" b="0"/>
          </a:stretch>
        </p:blipFill>
        <p:spPr>
          <a:xfrm rot="20700000">
            <a:off x="10220383" y="4657721"/>
            <a:ext cx="612866" cy="6128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ns2:creationId id="{0BF28271-1D47-490B-A82B-2256330B8DB1}"/>
              </a:ext>
            </a:extLst>
          </p:cNvPr>
          <p:cNvPicPr>
            <a:picLocks noChangeAspect="1"/>
          </p:cNvPicPr>
          <p:nvPr/>
        </p:nvPicPr>
        <p:blipFill>
          <a:blip ns3:embed="Rb0009e420251435e"/>
          <a:stretch>
            <a:fillRect l="0" t="0" r="0" b="0"/>
          </a:stretch>
        </p:blipFill>
        <p:spPr>
          <a:xfrm>
            <a:off x="7565092" y="3241995"/>
            <a:ext cx="510890" cy="510890"/>
          </a:xfrm>
          <a:prstGeom prst="rect">
            <a:avLst/>
          </a:prstGeom>
        </p:spPr>
      </p:pic>
      <p:sp>
        <p:nvSpPr>
          <p:cNvPr id="25" name="RoomPick Header Korean">
            <a:extLst>
              <a:ext uri="{FF2B5EF4-FFF2-40B4-BE49-F238E27FC236}">
                <ns2:creationId id="{F268E0D6-26F0-4814-ADDE-CC5010508048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4192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기획 배경</a:t>
            </a:r>
          </a:p>
        </p:txBody>
      </p:sp>
      <p:sp>
        <p:nvSpPr>
          <p:cNvPr id="26" name="RoomPick Header English">
            <a:extLst>
              <a:ext uri="{FF2B5EF4-FFF2-40B4-BE49-F238E27FC236}">
                <ns2:creationId id="{4A1CBC6B-5C78-4B12-A40A-005D048A0302}"/>
              </a:ext>
            </a:extLst>
          </p:cNvPr>
          <p:cNvSpPr>
            <a:spLocks noGrp="1"/>
          </p:cNvSpPr>
          <p:nvPr/>
        </p:nvSpPr>
        <p:spPr>
          <a:xfrm>
            <a:off x="25050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Background</a:t>
            </a:r>
          </a:p>
        </p:txBody>
      </p:sp>
    </p:spTree>
    <p:extLst>
      <p:ext uri="{BB962C8B-B14F-4D97-AF65-F5344CB8AC3E}">
        <ns4:creationId val="363537947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276770D0-61F8-4372-9D00-AB5A02FB1E6A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9" name="">
            <a:extLst>
              <a:ext uri="{FF2B5EF4-FFF2-40B4-BE49-F238E27FC236}">
                <ns2:creationId id="{7E79CD9A-9FA1-497E-A25B-6ADFF9D6270D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0" name="">
            <a:extLst>
              <a:ext uri="{FF2B5EF4-FFF2-40B4-BE49-F238E27FC236}">
                <ns2:creationId id="{36165901-B1DB-4706-9921-CE5388B48C80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1" name="">
            <a:extLst>
              <a:ext uri="{FF2B5EF4-FFF2-40B4-BE49-F238E27FC236}">
                <ns2:creationId id="{BE2833AC-412B-4E93-9B4C-6AABA651E5CD}"/>
              </a:ext>
            </a:extLst>
          </p:cNvPr>
          <p:cNvSpPr>
            <a:spLocks noGrp="1"/>
          </p:cNvSpPr>
          <p:nvPr/>
        </p:nvSpPr>
        <p:spPr>
          <a:xfrm>
            <a:off x="452437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2" name="">
            <a:extLst>
              <a:ext uri="{FF2B5EF4-FFF2-40B4-BE49-F238E27FC236}">
                <ns2:creationId id="{C6A29085-78E2-4912-8DF5-29F92D43EBAF}"/>
              </a:ext>
            </a:extLst>
          </p:cNvPr>
          <p:cNvSpPr>
            <a:spLocks noGrp="1"/>
          </p:cNvSpPr>
          <p:nvPr/>
        </p:nvSpPr>
        <p:spPr>
          <a:xfrm>
            <a:off x="452437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3" name="">
            <a:extLst>
              <a:ext uri="{FF2B5EF4-FFF2-40B4-BE49-F238E27FC236}">
                <ns2:creationId id="{ED8A7FD9-0555-4C35-9578-EF6AC2FFDB8B}"/>
              </a:ext>
            </a:extLst>
          </p:cNvPr>
          <p:cNvSpPr>
            <a:spLocks noGrp="1"/>
          </p:cNvSpPr>
          <p:nvPr/>
        </p:nvSpPr>
        <p:spPr>
          <a:xfrm>
            <a:off x="452437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4" name="">
            <a:extLst>
              <a:ext uri="{FF2B5EF4-FFF2-40B4-BE49-F238E27FC236}">
                <ns2:creationId id="{161CF88A-38B3-4C10-86BB-2DF79074938D}"/>
              </a:ext>
            </a:extLst>
          </p:cNvPr>
          <p:cNvSpPr>
            <a:spLocks noGrp="1"/>
          </p:cNvSpPr>
          <p:nvPr/>
        </p:nvSpPr>
        <p:spPr>
          <a:xfrm>
            <a:off x="823912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>
              <a:ext uri="{FF2B5EF4-FFF2-40B4-BE49-F238E27FC236}">
                <ns2:creationId id="{D4FE7AA6-6423-4CAB-8D50-67B76FD1EAB1}"/>
              </a:ext>
            </a:extLst>
          </p:cNvPr>
          <p:cNvSpPr>
            <a:spLocks noGrp="1"/>
          </p:cNvSpPr>
          <p:nvPr/>
        </p:nvSpPr>
        <p:spPr>
          <a:xfrm>
            <a:off x="823912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6" name="">
            <a:extLst>
              <a:ext uri="{FF2B5EF4-FFF2-40B4-BE49-F238E27FC236}">
                <ns2:creationId id="{162DE37A-A2CD-41C6-BBD0-415A7D1AB713}"/>
              </a:ext>
            </a:extLst>
          </p:cNvPr>
          <p:cNvSpPr>
            <a:spLocks noGrp="1"/>
          </p:cNvSpPr>
          <p:nvPr/>
        </p:nvSpPr>
        <p:spPr>
          <a:xfrm>
            <a:off x="823912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7" name="">
            <a:extLst>
              <a:ext uri="{FF2B5EF4-FFF2-40B4-BE49-F238E27FC236}">
                <ns2:creationId id="{6F5E97FC-F8D3-41C5-8108-F064CFA1167A}"/>
              </a:ext>
            </a:extLst>
          </p:cNvPr>
          <p:cNvSpPr>
            <a:spLocks noGrp="1"/>
          </p:cNvSpPr>
          <p:nvPr/>
        </p:nvSpPr>
        <p:spPr>
          <a:xfrm>
            <a:off x="2667000" y="376237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8" name="">
            <a:extLst>
              <a:ext uri="{FF2B5EF4-FFF2-40B4-BE49-F238E27FC236}">
                <ns2:creationId id="{537DD815-8A27-47B6-B30A-445C21B8D66C}"/>
              </a:ext>
            </a:extLst>
          </p:cNvPr>
          <p:cNvSpPr>
            <a:spLocks noGrp="1"/>
          </p:cNvSpPr>
          <p:nvPr/>
        </p:nvSpPr>
        <p:spPr>
          <a:xfrm>
            <a:off x="2667000" y="41719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9" name="">
            <a:extLst>
              <a:ext uri="{FF2B5EF4-FFF2-40B4-BE49-F238E27FC236}">
                <ns2:creationId id="{DC0A81BE-5EE5-4B78-9C00-62B5C6E6376E}"/>
              </a:ext>
            </a:extLst>
          </p:cNvPr>
          <p:cNvSpPr>
            <a:spLocks noGrp="1"/>
          </p:cNvSpPr>
          <p:nvPr/>
        </p:nvSpPr>
        <p:spPr>
          <a:xfrm>
            <a:off x="2667000" y="471487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20" name="">
            <a:extLst>
              <a:ext uri="{FF2B5EF4-FFF2-40B4-BE49-F238E27FC236}">
                <ns2:creationId id="{25A9AB3B-FD04-455C-BC2B-1091553507C1}"/>
              </a:ext>
            </a:extLst>
          </p:cNvPr>
          <p:cNvSpPr>
            <a:spLocks noGrp="1"/>
          </p:cNvSpPr>
          <p:nvPr/>
        </p:nvSpPr>
        <p:spPr>
          <a:xfrm>
            <a:off x="6381750" y="376237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1" name="">
            <a:extLst>
              <a:ext uri="{FF2B5EF4-FFF2-40B4-BE49-F238E27FC236}">
                <ns2:creationId id="{305D85A8-6970-4062-AC9C-AA685984BD04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22" name="">
            <a:extLst>
              <a:ext uri="{FF2B5EF4-FFF2-40B4-BE49-F238E27FC236}">
                <ns2:creationId id="{D4A4A3F9-D571-4DCF-9C40-435AE030C279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23" name="RoomPick Header Korean">
            <a:extLst>
              <a:ext uri="{FF2B5EF4-FFF2-40B4-BE49-F238E27FC236}">
                <ns2:creationId id="{C4C9EF28-DD91-416D-ACB5-EF9876D33287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1145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팀 소개와 역할</a:t>
            </a:r>
          </a:p>
        </p:txBody>
      </p:sp>
      <p:sp>
        <p:nvSpPr>
          <p:cNvPr id="24" name="RoomPick Header English">
            <a:extLst>
              <a:ext uri="{FF2B5EF4-FFF2-40B4-BE49-F238E27FC236}">
                <ns2:creationId id="{94BEB2D2-DE77-44A6-A6C2-FBE27C39A010}"/>
              </a:ext>
            </a:extLst>
          </p:cNvPr>
          <p:cNvSpPr>
            <a:spLocks noGrp="1"/>
          </p:cNvSpPr>
          <p:nvPr/>
        </p:nvSpPr>
        <p:spPr>
          <a:xfrm>
            <a:off x="32004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Team</a:t>
            </a:r>
          </a:p>
        </p:txBody>
      </p:sp>
    </p:spTree>
    <p:extLst>
      <p:ext uri="{BB962C8B-B14F-4D97-AF65-F5344CB8AC3E}">
        <ns3:creationId val="190224444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B6C50517-E337-4630-B388-E89EB6455F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334250" y="2214563"/>
            <a:ext cx="152400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4ED5B2F1-508C-4FE8-B14E-E0414C1AC8C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333750" y="2214563"/>
            <a:ext cx="14287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0E13E9C9-5735-49A3-BF3A-9E7B6475AEA6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브라우저</a:t>
            </a:r>
          </a:p>
        </p:txBody>
      </p:sp>
      <p:sp>
        <p:nvSpPr>
          <p:cNvPr id="9" name="">
            <a:extLst>
              <a:ext uri="{FF2B5EF4-FFF2-40B4-BE49-F238E27FC236}">
                <ns2:creationId id="{47A95680-ADFE-4892-B0BB-DF329E7C9EA3}"/>
              </a:ext>
            </a:extLst>
          </p:cNvPr>
          <p:cNvSpPr>
            <a:spLocks noGrp="1"/>
          </p:cNvSpPr>
          <p:nvPr/>
        </p:nvSpPr>
        <p:spPr>
          <a:xfrm>
            <a:off x="4762500" y="20002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Django 서버</a:t>
            </a:r>
          </a:p>
        </p:txBody>
      </p:sp>
      <p:sp>
        <p:nvSpPr>
          <p:cNvPr id="10" name="">
            <a:extLst>
              <a:ext uri="{FF2B5EF4-FFF2-40B4-BE49-F238E27FC236}">
                <ns2:creationId id="{EB56B5ED-5047-44F4-A4AD-AC9451B0D645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저장소</a:t>
            </a:r>
          </a:p>
        </p:txBody>
      </p:sp>
      <p:sp>
        <p:nvSpPr>
          <p:cNvPr id="13" name="">
            <a:extLst>
              <a:ext uri="{FF2B5EF4-FFF2-40B4-BE49-F238E27FC236}">
                <ns2:creationId id="{BDE0966E-C8A6-4EC0-A43D-94863E24D86E}"/>
              </a:ext>
            </a:extLst>
          </p:cNvPr>
          <p:cNvSpPr>
            <a:spLocks noGrp="1"/>
          </p:cNvSpPr>
          <p:nvPr/>
        </p:nvSpPr>
        <p:spPr>
          <a:xfrm>
            <a:off x="3467100" y="1876425"/>
            <a:ext cx="1095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API 요청</a:t>
            </a:r>
          </a:p>
        </p:txBody>
      </p:sp>
      <p:sp>
        <p:nvSpPr>
          <p:cNvPr id="14" name="">
            <a:extLst>
              <a:ext uri="{FF2B5EF4-FFF2-40B4-BE49-F238E27FC236}">
                <ns2:creationId id="{FFF3CBE5-846B-429A-9621-885807F8A4C1}"/>
              </a:ext>
            </a:extLst>
          </p:cNvPr>
          <p:cNvSpPr>
            <a:spLocks noGrp="1"/>
          </p:cNvSpPr>
          <p:nvPr/>
        </p:nvSpPr>
        <p:spPr>
          <a:xfrm>
            <a:off x="7772400" y="187642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저장</a:t>
            </a:r>
          </a:p>
        </p:txBody>
      </p:sp>
      <p:sp>
        <p:nvSpPr>
          <p:cNvPr id="15" name="">
            <a:extLst>
              <a:ext uri="{FF2B5EF4-FFF2-40B4-BE49-F238E27FC236}">
                <ns2:creationId id="{6159419D-AD1C-4AEF-8E24-3236711DF514}"/>
              </a:ext>
            </a:extLst>
          </p:cNvPr>
          <p:cNvSpPr>
            <a:spLocks noGrp="1"/>
          </p:cNvSpPr>
          <p:nvPr/>
        </p:nvSpPr>
        <p:spPr>
          <a:xfrm>
            <a:off x="952500" y="26765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Canvas 스케치 편집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  <p:sp>
        <p:nvSpPr>
          <p:cNvPr id="16" name="">
            <a:extLst>
              <a:ext uri="{FF2B5EF4-FFF2-40B4-BE49-F238E27FC236}">
                <ns2:creationId id="{84410F92-C4E7-4087-9B5E-AC26F635212B}"/>
              </a:ext>
            </a:extLst>
          </p:cNvPr>
          <p:cNvSpPr>
            <a:spLocks noGrp="1"/>
          </p:cNvSpPr>
          <p:nvPr/>
        </p:nvSpPr>
        <p:spPr>
          <a:xfrm>
            <a:off x="4762500" y="2676525"/>
            <a:ext cx="271462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 검증과 작업 API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샘플 결과 생성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행동·원본 데이터 수집</a:t>
            </a:r>
          </a:p>
        </p:txBody>
      </p:sp>
      <p:sp>
        <p:nvSpPr>
          <p:cNvPr id="17" name="">
            <a:extLst>
              <a:ext uri="{FF2B5EF4-FFF2-40B4-BE49-F238E27FC236}">
                <ns2:creationId id="{78378F9E-2478-428A-ACAD-C69A47EA868D}"/>
              </a:ext>
            </a:extLst>
          </p:cNvPr>
          <p:cNvSpPr>
            <a:spLocks noGrp="1"/>
          </p:cNvSpPr>
          <p:nvPr/>
        </p:nvSpPr>
        <p:spPr>
          <a:xfrm>
            <a:off x="8858250" y="267652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SQLite 작업·이벤트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사진·합성 이미지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원본 JSON</a:t>
            </a:r>
          </a:p>
        </p:txBody>
      </p:sp>
      <p:sp>
        <p:nvSpPr>
          <p:cNvPr id="18" name="">
            <a:extLst>
              <a:ext uri="{FF2B5EF4-FFF2-40B4-BE49-F238E27FC236}">
                <ns2:creationId id="{797649D5-4C98-4269-8D7C-353E4FBA5F01}"/>
              </a:ext>
            </a:extLst>
          </p:cNvPr>
          <p:cNvSpPr>
            <a:spLocks noGrp="1"/>
          </p:cNvSpPr>
          <p:nvPr/>
        </p:nvSpPr>
        <p:spPr>
          <a:xfrm>
            <a:off x="952500" y="40862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서버가 생성한 모의 결과를 브라우저에 전달합니다.</a:t>
            </a:r>
          </a:p>
        </p:txBody>
      </p:sp>
      <p:sp>
        <p:nvSpPr>
          <p:cNvPr id="19" name="">
            <a:extLst>
              <a:ext uri="{FF2B5EF4-FFF2-40B4-BE49-F238E27FC236}">
                <ns2:creationId id="{4EFE54C1-B8CD-4135-BCB2-FEDB5799C252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확장 예정</a:t>
            </a:r>
          </a:p>
        </p:txBody>
      </p:sp>
      <p:sp>
        <p:nvSpPr>
          <p:cNvPr id="20" name="">
            <a:extLst>
              <a:ext uri="{FF2B5EF4-FFF2-40B4-BE49-F238E27FC236}">
                <ns2:creationId id="{2DE8D370-A38B-4FF0-8091-200C8350C876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모델    /    템플릿 데이터    /    실제 상품 연동</a:t>
            </a:r>
          </a:p>
        </p:txBody>
      </p:sp>
      <p:sp>
        <p:nvSpPr>
          <p:cNvPr id="21" name="RoomPick Header Korean">
            <a:extLst>
              <a:ext uri="{FF2B5EF4-FFF2-40B4-BE49-F238E27FC236}">
                <ns2:creationId id="{AFBF3096-2C4A-4123-A8A4-B5EA02605586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시스템 아키텍처</a:t>
            </a:r>
          </a:p>
        </p:txBody>
      </p:sp>
      <p:sp>
        <p:nvSpPr>
          <p:cNvPr id="22" name="RoomPick Header English">
            <a:extLst>
              <a:ext uri="{FF2B5EF4-FFF2-40B4-BE49-F238E27FC236}">
                <ns2:creationId id="{5B65E67C-6BFC-439F-B759-89316A3D9D03}"/>
              </a:ext>
            </a:extLst>
          </p:cNvPr>
          <p:cNvSpPr>
            <a:spLocks noGrp="1"/>
          </p:cNvSpPr>
          <p:nvPr/>
        </p:nvSpPr>
        <p:spPr>
          <a:xfrm>
            <a:off x="34194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Architecture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00281910-2E87-4FE3-AFD1-8E9E1A276DD3}"/>
              </a:ext>
            </a:extLst>
          </p:cNvPr>
          <p:cNvSpPr>
            <a:spLocks noGrp="1"/>
          </p:cNvSpPr>
          <p:nvPr/>
        </p:nvSpPr>
        <p:spPr>
          <a:xfrm>
            <a:off x="1038225" y="1962150"/>
            <a:ext cx="4714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원하는 모습을</a:t>
            </a:r>
          </a:p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그립니다</a:t>
            </a:r>
          </a:p>
        </p:txBody>
      </p:sp>
      <p:sp>
        <p:nvSpPr>
          <p:cNvPr id="37" name="">
            <a:extLst>
              <a:ext uri="{FF2B5EF4-FFF2-40B4-BE49-F238E27FC236}">
                <ns2:creationId id="{22E7C811-D590-4D64-B4BF-0D29C50FB781}"/>
              </a:ext>
            </a:extLst>
          </p:cNvPr>
          <p:cNvSpPr>
            <a:spLocks noGrp="1"/>
          </p:cNvSpPr>
          <p:nvPr/>
        </p:nvSpPr>
        <p:spPr>
          <a:xfrm>
            <a:off x="1038225" y="3181350"/>
            <a:ext cx="4667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그림·텍스트·도형으로 생각을 표현하면,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결과에 맞는 템플릿 상품을 보여주는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서비스를 목표로 합니다.</a:t>
            </a:r>
          </a:p>
        </p:txBody>
      </p:sp>
      <p:sp>
        <p:nvSpPr>
          <p:cNvPr id="38" name="">
            <a:extLst>
              <a:ext uri="{FF2B5EF4-FFF2-40B4-BE49-F238E27FC236}">
                <ns2:creationId id="{DED2F6BB-38D7-4A73-9DD8-CCAD9BBCD059}"/>
              </a:ext>
            </a:extLst>
          </p:cNvPr>
          <p:cNvSpPr>
            <a:spLocks noGrp="1"/>
          </p:cNvSpPr>
          <p:nvPr/>
        </p:nvSpPr>
        <p:spPr>
          <a:xfrm>
            <a:off x="1038225" y="4724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현재 결과는 텍스트 규칙과 샘플 그래픽을 사용합니다.</a:t>
            </a:r>
          </a:p>
        </p:txBody>
      </p:sp>
      <p:pic>
        <p:nvPicPr>
          <p:cNvPr id="39" name="">
            <a:extLst>
              <a:ext uri="{FF2B5EF4-FFF2-40B4-BE49-F238E27FC236}">
                <ns2:creationId id="{71132512-6FC5-4AFE-A829-DC508E013CA3}"/>
              </a:ext>
            </a:extLst>
          </p:cNvPr>
          <p:cNvPicPr>
            <a:picLocks noChangeAspect="1"/>
          </p:cNvPicPr>
          <p:nvPr/>
        </p:nvPicPr>
        <p:blipFill>
          <a:blip ns3:embed="Rcda7ef8dea884344"/>
          <a:srcRect l="0" t="320" r="0" b="320"/>
          <a:stretch>
            <a:fillRect l="0" t="0" r="0" b="0"/>
          </a:stretch>
        </p:blipFill>
        <p:spPr>
          <a:xfrm>
            <a:off x="6429375" y="1657350"/>
            <a:ext cx="4762500" cy="3286125"/>
          </a:xfrm>
          <a:prstGeom prst="roundRect">
            <a:avLst>
              <a:gd name="adj" fmla="val 5217"/>
            </a:avLst>
          </a:prstGeom>
        </p:spPr>
      </p:pic>
      <p:sp>
        <p:nvSpPr>
          <p:cNvPr id="40" name="RoomPick Header Korean">
            <a:extLst>
              <a:ext uri="{FF2B5EF4-FFF2-40B4-BE49-F238E27FC236}">
                <ns2:creationId id="{9CDF8739-95BC-43FF-9636-4A7FA11CCCD4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7240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서비스 소개</a:t>
            </a:r>
          </a:p>
        </p:txBody>
      </p:sp>
      <p:sp>
        <p:nvSpPr>
          <p:cNvPr id="41" name="RoomPick Header English">
            <a:extLst>
              <a:ext uri="{FF2B5EF4-FFF2-40B4-BE49-F238E27FC236}">
                <ns2:creationId id="{2AFD497A-8304-484A-A652-E731D6FB733E}"/>
              </a:ext>
            </a:extLst>
          </p:cNvPr>
          <p:cNvSpPr>
            <a:spLocks noGrp="1"/>
          </p:cNvSpPr>
          <p:nvPr/>
        </p:nvSpPr>
        <p:spPr>
          <a:xfrm>
            <a:off x="28098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Service Overview</a:t>
            </a:r>
          </a:p>
        </p:txBody>
      </p:sp>
    </p:spTree>
    <p:extLst>
      <p:ext uri="{BB962C8B-B14F-4D97-AF65-F5344CB8AC3E}">
        <ns4:creationId val="292114149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93B0E54E-0088-4B97-A7EC-899B7923B823}"/>
              </a:ext>
            </a:extLst>
          </p:cNvPr>
          <p:cNvPicPr>
            <a:picLocks noChangeAspect="1"/>
          </p:cNvPicPr>
          <p:nvPr/>
        </p:nvPicPr>
        <p:blipFill>
          <a:blip ns3:embed="Rbaf32d5dd62e487c"/>
          <a:srcRect l="0" r="0" t="16000" b="33769"/>
          <a:stretch>
            <a:fillRect l="0" t="0" r="0" b="0"/>
          </a:stretch>
        </p:blipFill>
        <p:spPr>
          <a:xfrm>
            <a:off x="809625" y="1619250"/>
            <a:ext cx="4857750" cy="2714625"/>
          </a:xfrm>
          <a:prstGeom prst="roundRect">
            <a:avLst>
              <a:gd name="adj" fmla="val 6316"/>
            </a:avLst>
          </a:prstGeom>
        </p:spPr>
      </p:pic>
      <p:pic>
        <p:nvPicPr>
          <p:cNvPr id="9" name="">
            <a:extLst>
              <a:ext uri="{FF2B5EF4-FFF2-40B4-BE49-F238E27FC236}">
                <ns2:creationId id="{4F24ECAD-B0A2-4691-8485-B2F359B334BF}"/>
              </a:ext>
            </a:extLst>
          </p:cNvPr>
          <p:cNvPicPr>
            <a:picLocks noChangeAspect="1"/>
          </p:cNvPicPr>
          <p:nvPr/>
        </p:nvPicPr>
        <p:blipFill>
          <a:blip ns3:embed="R97e3fc5a1d13404f"/>
          <a:srcRect l="0" r="0" t="20000" b="40084"/>
          <a:stretch>
            <a:fillRect l="0" t="0" r="0" b="0"/>
          </a:stretch>
        </p:blipFill>
        <p:spPr>
          <a:xfrm>
            <a:off x="6572250" y="1619250"/>
            <a:ext cx="4857750" cy="2714625"/>
          </a:xfrm>
          <a:prstGeom prst="roundRect">
            <a:avLst>
              <a:gd name="adj" fmla="val 6316"/>
            </a:avLst>
          </a:prstGeom>
        </p:spPr>
      </p:pic>
      <p:sp>
        <p:nvSpPr>
          <p:cNvPr id="10" name="">
            <a:extLst>
              <a:ext uri="{FF2B5EF4-FFF2-40B4-BE49-F238E27FC236}">
                <ns2:creationId id="{D88E8534-26A6-4D14-ACFA-1840B272F099}"/>
              </a:ext>
            </a:extLst>
          </p:cNvPr>
          <p:cNvSpPr>
            <a:spLocks noGrp="1"/>
          </p:cNvSpPr>
          <p:nvPr/>
        </p:nvSpPr>
        <p:spPr>
          <a:xfrm>
            <a:off x="809625" y="4562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01  사진을 올리고 스케치합니다</a:t>
            </a:r>
          </a:p>
        </p:txBody>
      </p:sp>
      <p:sp>
        <p:nvSpPr>
          <p:cNvPr id="11" name="">
            <a:extLst>
              <a:ext uri="{FF2B5EF4-FFF2-40B4-BE49-F238E27FC236}">
                <ns2:creationId id="{9C85131D-0B1C-4DDE-9E7D-BD8683019F33}"/>
              </a:ext>
            </a:extLst>
          </p:cNvPr>
          <p:cNvSpPr>
            <a:spLocks noGrp="1"/>
          </p:cNvSpPr>
          <p:nvPr/>
        </p:nvSpPr>
        <p:spPr>
          <a:xfrm>
            <a:off x="809625" y="4981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펜·텍스트·도형으로 원하는 위치에 표시합니다.</a:t>
            </a:r>
          </a:p>
        </p:txBody>
      </p:sp>
      <p:sp>
        <p:nvSpPr>
          <p:cNvPr id="12" name="">
            <a:extLst>
              <a:ext uri="{FF2B5EF4-FFF2-40B4-BE49-F238E27FC236}">
                <ns2:creationId id="{752774A4-B835-42A0-B352-CE5F3ED284D3}"/>
              </a:ext>
            </a:extLst>
          </p:cNvPr>
          <p:cNvSpPr>
            <a:spLocks noGrp="1"/>
          </p:cNvSpPr>
          <p:nvPr/>
        </p:nvSpPr>
        <p:spPr>
          <a:xfrm>
            <a:off x="6572250" y="4562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02  결과를 확인하고 배치합니다</a:t>
            </a:r>
          </a:p>
        </p:txBody>
      </p:sp>
      <p:sp>
        <p:nvSpPr>
          <p:cNvPr id="13" name="">
            <a:extLst>
              <a:ext uri="{FF2B5EF4-FFF2-40B4-BE49-F238E27FC236}">
                <ns2:creationId id="{9409E4FC-7CCB-4341-954E-8D36C36AF86C}"/>
              </a:ext>
            </a:extLst>
          </p:cNvPr>
          <p:cNvSpPr>
            <a:spLocks noGrp="1"/>
          </p:cNvSpPr>
          <p:nvPr/>
        </p:nvSpPr>
        <p:spPr>
          <a:xfrm>
            <a:off x="6572250" y="4981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현재는 모의 결과를 조절하고 내려받을 수 있습니다.</a:t>
            </a:r>
          </a:p>
        </p:txBody>
      </p:sp>
      <p:sp>
        <p:nvSpPr>
          <p:cNvPr id="14" name="RoomPick Header Korean">
            <a:extLst>
              <a:ext uri="{FF2B5EF4-FFF2-40B4-BE49-F238E27FC236}">
                <ns2:creationId id="{01656898-F0A9-4AB7-AEFF-55B9E0E67D2A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4193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서비스 사용 흐름</a:t>
            </a:r>
          </a:p>
        </p:txBody>
      </p:sp>
      <p:sp>
        <p:nvSpPr>
          <p:cNvPr id="15" name="RoomPick Header English">
            <a:extLst>
              <a:ext uri="{FF2B5EF4-FFF2-40B4-BE49-F238E27FC236}">
                <ns2:creationId id="{1CA83427-AEF7-4767-9944-1A52CFC8D256}"/>
              </a:ext>
            </a:extLst>
          </p:cNvPr>
          <p:cNvSpPr>
            <a:spLocks noGrp="1"/>
          </p:cNvSpPr>
          <p:nvPr/>
        </p:nvSpPr>
        <p:spPr>
          <a:xfrm>
            <a:off x="35052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User Flow</a:t>
            </a:r>
          </a:p>
        </p:txBody>
      </p:sp>
    </p:spTree>
    <p:extLst>
      <p:ext uri="{BB962C8B-B14F-4D97-AF65-F5344CB8AC3E}">
        <ns4:creationId val="148940978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graphicFrame>
        <p:nvGraphicFramePr>
          <p:cNvPr id="5" name="표 4">
            <a:extLst>
              <a:ext uri="{FF2B5EF4-FFF2-40B4-BE49-F238E27FC236}">
                <ns2:creationId id="{4CB9163D-F140-4914-B291-4CF998E3CA8E}"/>
              </a:ext>
            </a:extLst>
          </p:cNvPr>
          <p:cNvGraphicFramePr/>
          <p:nvPr/>
        </p:nvGraphicFramePr>
        <p:xfrm>
          <a:off x="1116012" y="2605290"/>
          <a:ext cx="9959975" cy="272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업로드·자르기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활용 기준 정립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펜·텍스트·도형 편집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사용성 개선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결과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샘플 그래픽·배치 조절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예측·템플릿 연결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카드 자리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정보·판매 링크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데이터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익명 이벤트·스케치 원본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동의·보관·학습 정책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계정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로그인 없는 익명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개인 이력 확장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>
              <a:ext uri="{FF2B5EF4-FFF2-40B4-BE49-F238E27FC236}">
                <ns2:creationId id="{9F59A33A-8852-F319-FCDE-E448000C720B}"/>
              </a:ext>
            </a:extLst>
          </p:cNvPr>
          <p:cNvSpPr>
            <a:spLocks noGrp="1"/>
          </p:cNvSpPr>
          <p:nvPr/>
        </p:nvSpPr>
        <p:spPr>
          <a:xfrm>
            <a:off x="3391150" y="2118211"/>
            <a:ext cx="3820252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ns2:creationId id="{5D2EAAE7-0725-FFA7-3839-5EAF60CE533A}"/>
              </a:ext>
            </a:extLst>
          </p:cNvPr>
          <p:cNvSpPr>
            <a:spLocks noGrp="1"/>
          </p:cNvSpPr>
          <p:nvPr/>
        </p:nvSpPr>
        <p:spPr>
          <a:xfrm>
            <a:off x="4115639" y="2111846"/>
            <a:ext cx="2371275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데모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ns2:creationId id="{235ABD2E-E45A-62B2-7684-D7313908FAB3}"/>
              </a:ext>
            </a:extLst>
          </p:cNvPr>
          <p:cNvSpPr>
            <a:spLocks noGrp="1"/>
          </p:cNvSpPr>
          <p:nvPr/>
        </p:nvSpPr>
        <p:spPr>
          <a:xfrm>
            <a:off x="7283752" y="2118211"/>
            <a:ext cx="3756366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ns2:creationId id="{89BBDB2E-511F-54C3-9037-3E5D969FDBE2}"/>
              </a:ext>
            </a:extLst>
          </p:cNvPr>
          <p:cNvSpPr>
            <a:spLocks noGrp="1"/>
          </p:cNvSpPr>
          <p:nvPr/>
        </p:nvSpPr>
        <p:spPr>
          <a:xfrm>
            <a:off x="7996125" y="2111846"/>
            <a:ext cx="233162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확장 계획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ns2:creationId id="{A945AE83-EC1F-91C1-9E5E-5E6C91FEA9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9" y="1323310"/>
            <a:ext cx="88531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>
              <a:ext uri="{FF2B5EF4-FFF2-40B4-BE49-F238E27FC236}">
                <ns2:creationId id="{208D48D5-582F-A2B1-141C-3D123D1B7E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93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>
              <a:ext uri="{FF2B5EF4-FFF2-40B4-BE49-F238E27FC236}">
                <ns2:creationId id="{797EBA93-C3DB-AACA-3E07-D633F18CB8E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현재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ns2:creationId id="{9BA95078-7365-B827-BC65-EBBC7335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99116" y="1323310"/>
            <a:ext cx="1013140" cy="247302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>
              <a:ext uri="{FF2B5EF4-FFF2-40B4-BE49-F238E27FC236}">
                <ns2:creationId id="{EC3C5C57-69A1-ACDE-EB91-E7985BA6830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892610" y="1383393"/>
            <a:ext cx="125285" cy="1252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>
              <a:ext uri="{FF2B5EF4-FFF2-40B4-BE49-F238E27FC236}">
                <ns2:creationId id="{C29BBCEE-C490-1207-62A8-55A0B686E6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502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60" name="RoomPick Header Korean">
            <a:extLst>
              <a:ext uri="{FF2B5EF4-FFF2-40B4-BE49-F238E27FC236}">
                <ns2:creationId id="{1E36C45F-BB02-4B27-9B8D-47D77023E903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1146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현재 구현과 확장 범위</a:t>
            </a:r>
          </a:p>
        </p:txBody>
      </p:sp>
      <p:sp>
        <p:nvSpPr>
          <p:cNvPr id="61" name="RoomPick Header English">
            <a:extLst>
              <a:ext uri="{FF2B5EF4-FFF2-40B4-BE49-F238E27FC236}">
                <ns2:creationId id="{29DDED34-D80E-457A-AA4D-B41B67D708F7}"/>
              </a:ext>
            </a:extLst>
          </p:cNvPr>
          <p:cNvSpPr>
            <a:spLocks noGrp="1"/>
          </p:cNvSpPr>
          <p:nvPr/>
        </p:nvSpPr>
        <p:spPr>
          <a:xfrm>
            <a:off x="420052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Scope</a:t>
            </a:r>
          </a:p>
        </p:txBody>
      </p:sp>
    </p:spTree>
    <p:extLst>
      <p:ext uri="{BB962C8B-B14F-4D97-AF65-F5344CB8AC3E}">
        <ns3:creationId val="4418016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2159C0A2-47DE-4C7D-94BE-4ED1ED6063FA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발표자 이름</a:t>
            </a:r>
          </a:p>
        </p:txBody>
      </p:sp>
      <p:sp>
        <p:nvSpPr>
          <p:cNvPr id="9" name="">
            <a:extLst>
              <a:ext uri="{FF2B5EF4-FFF2-40B4-BE49-F238E27FC236}">
                <ns2:creationId id="{AB986493-4BD0-40B9-9C0F-E5B5BE45C464}"/>
              </a:ext>
            </a:extLst>
          </p:cNvPr>
          <p:cNvSpPr>
            <a:spLocks noGrp="1"/>
          </p:cNvSpPr>
          <p:nvPr/>
        </p:nvSpPr>
        <p:spPr>
          <a:xfrm>
            <a:off x="809625" y="26955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</p:txBody>
      </p:sp>
      <p:sp>
        <p:nvSpPr>
          <p:cNvPr id="10" name="">
            <a:extLst>
              <a:ext uri="{FF2B5EF4-FFF2-40B4-BE49-F238E27FC236}">
                <ns2:creationId id="{923A26BE-680F-4571-A9DC-E71E9431DF5B}"/>
              </a:ext>
            </a:extLst>
          </p:cNvPr>
          <p:cNvSpPr>
            <a:spLocks noGrp="1"/>
          </p:cNvSpPr>
          <p:nvPr/>
        </p:nvSpPr>
        <p:spPr>
          <a:xfrm>
            <a:off x="809625" y="3562350"/>
            <a:ext cx="44291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 영역에서 해결하려는 문제와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목표를 입력합니다.</a:t>
            </a:r>
          </a:p>
        </p:txBody>
      </p:sp>
      <p:sp>
        <p:nvSpPr>
          <p:cNvPr id="11" name="">
            <a:extLst>
              <a:ext uri="{FF2B5EF4-FFF2-40B4-BE49-F238E27FC236}">
                <ns2:creationId id="{9502FB1D-6DF2-49BB-AC4B-C506CACD9F7E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143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범위</a:t>
            </a:r>
          </a:p>
        </p:txBody>
      </p:sp>
      <p:sp>
        <p:nvSpPr>
          <p:cNvPr id="12" name="">
            <a:extLst>
              <a:ext uri="{FF2B5EF4-FFF2-40B4-BE49-F238E27FC236}">
                <ns2:creationId id="{E217EFF4-3C44-4932-9BDB-4502E605A3B2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진행한 작업과 산출물 입력</a:t>
            </a:r>
          </a:p>
        </p:txBody>
      </p:sp>
      <p:sp>
        <p:nvSpPr>
          <p:cNvPr id="13" name="">
            <a:extLst>
              <a:ext uri="{FF2B5EF4-FFF2-40B4-BE49-F238E27FC236}">
                <ns2:creationId id="{E81B1254-AEE6-42D5-87F5-FE07CBD7EBA5}"/>
              </a:ext>
            </a:extLst>
          </p:cNvPr>
          <p:cNvSpPr>
            <a:spLocks noGrp="1"/>
          </p:cNvSpPr>
          <p:nvPr/>
        </p:nvSpPr>
        <p:spPr>
          <a:xfrm>
            <a:off x="6667500" y="3676650"/>
            <a:ext cx="4143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 내 연결</a:t>
            </a:r>
          </a:p>
        </p:txBody>
      </p:sp>
      <p:sp>
        <p:nvSpPr>
          <p:cNvPr id="14" name="">
            <a:extLst>
              <a:ext uri="{FF2B5EF4-FFF2-40B4-BE49-F238E27FC236}">
                <ns2:creationId id="{8BE77640-6B31-43B3-91F1-F1EB1DB9132D}"/>
              </a:ext>
            </a:extLst>
          </p:cNvPr>
          <p:cNvSpPr>
            <a:spLocks noGrp="1"/>
          </p:cNvSpPr>
          <p:nvPr/>
        </p:nvSpPr>
        <p:spPr>
          <a:xfrm>
            <a:off x="6667500" y="42195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받는 입력과 전달할 결과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연결되는 담당자 입력</a:t>
            </a:r>
          </a:p>
        </p:txBody>
      </p:sp>
      <p:sp>
        <p:nvSpPr>
          <p:cNvPr id="15" name="RoomPick Header Korean">
            <a:extLst>
              <a:ext uri="{FF2B5EF4-FFF2-40B4-BE49-F238E27FC236}">
                <ns2:creationId id="{1FB7D3F6-7528-4D69-AB1A-27262509D788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4193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담당 역할과 목표</a:t>
            </a:r>
          </a:p>
        </p:txBody>
      </p:sp>
      <p:sp>
        <p:nvSpPr>
          <p:cNvPr id="16" name="RoomPick Header English">
            <a:extLst>
              <a:ext uri="{FF2B5EF4-FFF2-40B4-BE49-F238E27FC236}">
                <ns2:creationId id="{FC200F7F-8E9B-4CE8-9C2E-1F608848D5A6}"/>
              </a:ext>
            </a:extLst>
          </p:cNvPr>
          <p:cNvSpPr>
            <a:spLocks noGrp="1"/>
          </p:cNvSpPr>
          <p:nvPr/>
        </p:nvSpPr>
        <p:spPr>
          <a:xfrm>
            <a:off x="35052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Role &amp; Goals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80F0F8C5-DD0E-468F-B021-9A1B26B4D4C2}"/>
              </a:ext>
            </a:extLst>
          </p:cNvPr>
          <p:cNvSpPr>
            <a:spLocks noGrp="1"/>
          </p:cNvSpPr>
          <p:nvPr/>
        </p:nvSpPr>
        <p:spPr>
          <a:xfrm>
            <a:off x="809625" y="21145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화면 · 데이터 · 코드 예시</a:t>
            </a:r>
          </a:p>
        </p:txBody>
      </p:sp>
      <p:sp>
        <p:nvSpPr>
          <p:cNvPr id="9" name="">
            <a:extLst>
              <a:ext uri="{FF2B5EF4-FFF2-40B4-BE49-F238E27FC236}">
                <ns2:creationId id="{BF9815A6-625A-4A2A-B173-B2BA9E4632A1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실행 결과 · 검증 자료</a:t>
            </a:r>
          </a:p>
        </p:txBody>
      </p:sp>
      <p:sp>
        <p:nvSpPr>
          <p:cNvPr id="10" name="">
            <a:extLst>
              <a:ext uri="{FF2B5EF4-FFF2-40B4-BE49-F238E27FC236}">
                <ns2:creationId id="{4FBE9BD6-F45B-4D8A-A601-55DBC2C3C49A}"/>
              </a:ext>
            </a:extLst>
          </p:cNvPr>
          <p:cNvSpPr>
            <a:spLocks noGrp="1"/>
          </p:cNvSpPr>
          <p:nvPr/>
        </p:nvSpPr>
        <p:spPr>
          <a:xfrm>
            <a:off x="809625" y="42291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1</a:t>
            </a:r>
          </a:p>
        </p:txBody>
      </p:sp>
      <p:sp>
        <p:nvSpPr>
          <p:cNvPr id="11" name="">
            <a:extLst>
              <a:ext uri="{FF2B5EF4-FFF2-40B4-BE49-F238E27FC236}">
                <ns2:creationId id="{ACC76042-B6C3-4E4D-A69D-7D841ADBA73C}"/>
              </a:ext>
            </a:extLst>
          </p:cNvPr>
          <p:cNvSpPr>
            <a:spLocks noGrp="1"/>
          </p:cNvSpPr>
          <p:nvPr/>
        </p:nvSpPr>
        <p:spPr>
          <a:xfrm>
            <a:off x="809625" y="47244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자료를 통해 결과를 설명합니다.</a:t>
            </a:r>
          </a:p>
        </p:txBody>
      </p:sp>
      <p:sp>
        <p:nvSpPr>
          <p:cNvPr id="12" name="">
            <a:extLst>
              <a:ext uri="{FF2B5EF4-FFF2-40B4-BE49-F238E27FC236}">
                <ns2:creationId id="{6D86E270-E5D5-46A7-9603-EB2750ABBF45}"/>
              </a:ext>
            </a:extLst>
          </p:cNvPr>
          <p:cNvSpPr>
            <a:spLocks noGrp="1"/>
          </p:cNvSpPr>
          <p:nvPr/>
        </p:nvSpPr>
        <p:spPr>
          <a:xfrm>
            <a:off x="6572250" y="42291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2</a:t>
            </a:r>
          </a:p>
        </p:txBody>
      </p:sp>
      <p:sp>
        <p:nvSpPr>
          <p:cNvPr id="13" name="">
            <a:extLst>
              <a:ext uri="{FF2B5EF4-FFF2-40B4-BE49-F238E27FC236}">
                <ns2:creationId id="{85BD4F14-6C05-4A9B-93AD-FE9534A237FD}"/>
              </a:ext>
            </a:extLst>
          </p:cNvPr>
          <p:cNvSpPr>
            <a:spLocks noGrp="1"/>
          </p:cNvSpPr>
          <p:nvPr/>
        </p:nvSpPr>
        <p:spPr>
          <a:xfrm>
            <a:off x="6572250" y="47244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앞선 작업과 연결되는 과정을 설명합니다.</a:t>
            </a:r>
          </a:p>
        </p:txBody>
      </p:sp>
      <p:sp>
        <p:nvSpPr>
          <p:cNvPr id="14" name="RoomPick Header Korean">
            <a:extLst>
              <a:ext uri="{FF2B5EF4-FFF2-40B4-BE49-F238E27FC236}">
                <ns2:creationId id="{F81B7FFE-A2E4-45D8-998D-CE190062C5A5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0289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진행한 작업과 산출물</a:t>
            </a:r>
          </a:p>
        </p:txBody>
      </p:sp>
      <p:sp>
        <p:nvSpPr>
          <p:cNvPr id="15" name="RoomPick Header English">
            <a:extLst>
              <a:ext uri="{FF2B5EF4-FFF2-40B4-BE49-F238E27FC236}">
                <ns2:creationId id="{5F17EF57-DFCD-4429-A150-39ED0AF6F58D}"/>
              </a:ext>
            </a:extLst>
          </p:cNvPr>
          <p:cNvSpPr>
            <a:spLocks noGrp="1"/>
          </p:cNvSpPr>
          <p:nvPr/>
        </p:nvSpPr>
        <p:spPr>
          <a:xfrm>
            <a:off x="41148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Implementation</a:t>
            </a:r>
          </a:p>
        </p:txBody>
      </p:sp>
    </p:spTree>
    <p:extLst>
      <p:ext uri="{BB962C8B-B14F-4D97-AF65-F5344CB8AC3E}">
        <ns3:creationId val="148940978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Box 4">
            <a:extLst>
              <a:ext uri="{FF2B5EF4-FFF2-40B4-BE49-F238E27FC236}">
                <ns2:creationId id="{7C4DFAD7-FF28-8DC4-829D-B3FEDAAE431D}"/>
              </a:ext>
            </a:extLst>
          </p:cNvPr>
          <p:cNvSpPr>
            <a:spLocks noGrp="1"/>
          </p:cNvSpPr>
          <p:nvPr/>
        </p:nvSpPr>
        <p:spPr>
          <a:xfrm flipH="1">
            <a:off x="1095375" y="2257425"/>
            <a:ext cx="4476750" cy="8953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문제를 발견한 상황과 입력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원인이나 제약 입력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A31CABF0-4C40-9C76-4813-70903CEF6729}"/>
              </a:ext>
            </a:extLst>
          </p:cNvPr>
          <p:cNvSpPr>
            <a:spLocks noGrp="1"/>
          </p:cNvSpPr>
          <p:nvPr/>
        </p:nvSpPr>
        <p:spPr>
          <a:xfrm flipH="1">
            <a:off x="1095375" y="1714500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문제 상황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ns2:creationId id="{BA730F9C-F12E-B78C-C3DB-C04EF4D71B5E}"/>
              </a:ext>
            </a:extLst>
          </p:cNvPr>
          <p:cNvSpPr>
            <a:spLocks noGrp="1"/>
          </p:cNvSpPr>
          <p:nvPr/>
        </p:nvSpPr>
        <p:spPr>
          <a:xfrm flipH="1">
            <a:off x="1095375" y="4410075"/>
            <a:ext cx="4476750" cy="8953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비교한 방법과 판단 기준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검토 과정 입력</a:t>
            </a:r>
          </a:p>
        </p:txBody>
      </p:sp>
      <p:sp>
        <p:nvSpPr>
          <p:cNvPr id="24" name="TextBox 23">
            <a:extLst>
              <a:ext uri="{FF2B5EF4-FFF2-40B4-BE49-F238E27FC236}">
                <ns2:creationId id="{74567387-870D-7235-6BA7-F4C539419705}"/>
              </a:ext>
            </a:extLst>
          </p:cNvPr>
          <p:cNvSpPr>
            <a:spLocks noGrp="1"/>
          </p:cNvSpPr>
          <p:nvPr/>
        </p:nvSpPr>
        <p:spPr>
          <a:xfrm flipH="1">
            <a:off x="1095375" y="3876675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검토한 방법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FD0037E-9D88-7079-D459-5D54A65BBFC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90472" y="1674799"/>
            <a:ext cx="114319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8" name="타원 37">
            <a:extLst>
              <a:ext uri="{FF2B5EF4-FFF2-40B4-BE49-F238E27FC236}">
                <ns2:creationId id="{21F320CB-0539-8579-98E0-2945980B64A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83965" y="1734882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9" name="TextBox 38">
            <a:extLst>
              <a:ext uri="{FF2B5EF4-FFF2-40B4-BE49-F238E27FC236}">
                <ns2:creationId id="{D1A52EF2-031F-DD3F-C092-9688CCAF398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02410" y="1664875"/>
            <a:ext cx="96593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01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48A062-ED89-0979-1303-D9F9368DC38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90472" y="3833061"/>
            <a:ext cx="1143198" cy="24730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2" name="타원 41">
            <a:extLst>
              <a:ext uri="{FF2B5EF4-FFF2-40B4-BE49-F238E27FC236}">
                <ns2:creationId id="{95912B55-072C-5587-18AE-161D37FB5D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83965" y="3893144"/>
            <a:ext cx="125285" cy="1252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3" name="TextBox 42">
            <a:extLst>
              <a:ext uri="{FF2B5EF4-FFF2-40B4-BE49-F238E27FC236}">
                <ns2:creationId id="{BAD3C424-9C93-A7A0-AB6B-4D3F082C22B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02410" y="3823145"/>
            <a:ext cx="96593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02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4" name="TextBox 43">
            <a:extLst>
              <a:ext uri="{FF2B5EF4-FFF2-40B4-BE49-F238E27FC236}">
                <ns2:creationId id="{52F21159-424B-F679-D13A-A9C7631E37B0}"/>
              </a:ext>
            </a:extLst>
          </p:cNvPr>
          <p:cNvSpPr>
            <a:spLocks noGrp="1"/>
          </p:cNvSpPr>
          <p:nvPr/>
        </p:nvSpPr>
        <p:spPr>
          <a:xfrm flipH="1">
            <a:off x="6667500" y="2286000"/>
            <a:ext cx="4524375" cy="1047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선택한 방법과 적용 과정을 입력합니다.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화면·코드·데이터를 근거로 설명합니다.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E3682825-4970-DF6E-DF1A-D8662EDC281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67500" y="1714500"/>
            <a:ext cx="4095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선택한 방법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타원 49">
            <a:extLst>
              <a:ext uri="{FF2B5EF4-FFF2-40B4-BE49-F238E27FC236}">
                <ns2:creationId id="{621D84AC-21EA-50A0-9F9C-C31BD5A246C1}"/>
              </a:ext>
            </a:extLst>
          </p:cNvPr>
          <p:cNvSpPr>
            <a:spLocks noGrp="1"/>
          </p:cNvSpPr>
          <p:nvPr/>
        </p:nvSpPr>
        <p:spPr>
          <a:xfrm>
            <a:off x="6732324" y="4054168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1" name="TextBox 50">
            <a:extLst>
              <a:ext uri="{FF2B5EF4-FFF2-40B4-BE49-F238E27FC236}">
                <ns2:creationId id="{6BDEDC39-C753-7D77-C212-64F72121AB51}"/>
              </a:ext>
            </a:extLst>
          </p:cNvPr>
          <p:cNvSpPr>
            <a:spLocks noGrp="1"/>
          </p:cNvSpPr>
          <p:nvPr/>
        </p:nvSpPr>
        <p:spPr>
          <a:xfrm flipH="1">
            <a:off x="7062311" y="3953351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선택한 이유 입력</a:t>
            </a:r>
            <a:endParaRPr sz="1200"/>
          </a:p>
        </p:txBody>
      </p:sp>
      <p:sp>
        <p:nvSpPr>
          <p:cNvPr id="52" name="타원 51">
            <a:extLst>
              <a:ext uri="{FF2B5EF4-FFF2-40B4-BE49-F238E27FC236}">
                <ns2:creationId id="{6D58DCF4-269C-DB94-63D1-279D9C01A976}"/>
              </a:ext>
            </a:extLst>
          </p:cNvPr>
          <p:cNvSpPr>
            <a:spLocks noGrp="1"/>
          </p:cNvSpPr>
          <p:nvPr/>
        </p:nvSpPr>
        <p:spPr>
          <a:xfrm>
            <a:off x="6732324" y="4494160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3" name="TextBox 52">
            <a:extLst>
              <a:ext uri="{FF2B5EF4-FFF2-40B4-BE49-F238E27FC236}">
                <ns2:creationId id="{7A2D6DB0-72F2-FA30-1897-44695EAC8B7B}"/>
              </a:ext>
            </a:extLst>
          </p:cNvPr>
          <p:cNvSpPr>
            <a:spLocks noGrp="1"/>
          </p:cNvSpPr>
          <p:nvPr/>
        </p:nvSpPr>
        <p:spPr>
          <a:xfrm flipH="1">
            <a:off x="7062311" y="4397121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해결 후 확인한 변화 입력</a:t>
            </a:r>
            <a:endParaRPr sz="1200"/>
          </a:p>
        </p:txBody>
      </p:sp>
      <p:sp>
        <p:nvSpPr>
          <p:cNvPr id="54" name="타원 53">
            <a:extLst>
              <a:ext uri="{FF2B5EF4-FFF2-40B4-BE49-F238E27FC236}">
                <ns2:creationId id="{534E3278-5A6A-8D3B-D705-DC33621AFD77}"/>
              </a:ext>
            </a:extLst>
          </p:cNvPr>
          <p:cNvSpPr>
            <a:spLocks noGrp="1"/>
          </p:cNvSpPr>
          <p:nvPr/>
        </p:nvSpPr>
        <p:spPr>
          <a:xfrm>
            <a:off x="6732324" y="4912864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5" name="TextBox 54">
            <a:extLst>
              <a:ext uri="{FF2B5EF4-FFF2-40B4-BE49-F238E27FC236}">
                <ns2:creationId id="{B629AA75-4EFA-7057-C01E-E158078A5B76}"/>
              </a:ext>
            </a:extLst>
          </p:cNvPr>
          <p:cNvSpPr>
            <a:spLocks noGrp="1"/>
          </p:cNvSpPr>
          <p:nvPr/>
        </p:nvSpPr>
        <p:spPr>
          <a:xfrm flipH="1">
            <a:off x="7062311" y="4815840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남은 제약 입력</a:t>
            </a:r>
            <a:endParaRPr sz="1200"/>
          </a:p>
        </p:txBody>
      </p:sp>
      <p:sp>
        <p:nvSpPr>
          <p:cNvPr id="56" name="RoomPick Header Korean">
            <a:extLst>
              <a:ext uri="{FF2B5EF4-FFF2-40B4-BE49-F238E27FC236}">
                <ns2:creationId id="{8AF6A231-98CB-49AF-9565-A0796BAE939E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1146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주요 선택과 해결 과정</a:t>
            </a:r>
          </a:p>
        </p:txBody>
      </p:sp>
      <p:sp>
        <p:nvSpPr>
          <p:cNvPr id="57" name="RoomPick Header English">
            <a:extLst>
              <a:ext uri="{FF2B5EF4-FFF2-40B4-BE49-F238E27FC236}">
                <ns2:creationId id="{4EAA8669-21D8-4950-AB5D-ACC25B69DB5C}"/>
              </a:ext>
            </a:extLst>
          </p:cNvPr>
          <p:cNvSpPr>
            <a:spLocks noGrp="1"/>
          </p:cNvSpPr>
          <p:nvPr/>
        </p:nvSpPr>
        <p:spPr>
          <a:xfrm>
            <a:off x="420052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Decisions</a:t>
            </a:r>
          </a:p>
        </p:txBody>
      </p:sp>
    </p:spTree>
    <p:extLst>
      <p:ext uri="{BB962C8B-B14F-4D97-AF65-F5344CB8AC3E}">
        <ns3:creationId val="156188590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4" name="TextBox 13">
            <a:extLst>
              <a:ext uri="{FF2B5EF4-FFF2-40B4-BE49-F238E27FC236}">
                <ns2:creationId id="{B905F646-BFBD-D5E1-9FE5-83F0EA75393A}"/>
              </a:ext>
            </a:extLst>
          </p:cNvPr>
          <p:cNvSpPr>
            <a:spLocks noGrp="1"/>
          </p:cNvSpPr>
          <p:nvPr/>
        </p:nvSpPr>
        <p:spPr>
          <a:xfrm flipH="1">
            <a:off x="729329" y="2530412"/>
            <a:ext cx="10191750" cy="952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검증 방법과 실제 확인 결과 입력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실행 화면·테스트 결과·평가 자료를 함께 제시합니다.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ns2:creationId id="{4EF8FAE2-7957-CBD8-F6E5-E9D7F4A449DB}"/>
              </a:ext>
            </a:extLst>
          </p:cNvPr>
          <p:cNvSpPr>
            <a:spLocks noGrp="1"/>
          </p:cNvSpPr>
          <p:nvPr/>
        </p:nvSpPr>
        <p:spPr>
          <a:xfrm>
            <a:off x="744760" y="2108263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확인한 결과</a:t>
            </a:r>
          </a:p>
        </p:txBody>
      </p:sp>
      <p:sp>
        <p:nvSpPr>
          <p:cNvPr id="24" name="TextBox 23">
            <a:extLst>
              <a:ext uri="{FF2B5EF4-FFF2-40B4-BE49-F238E27FC236}">
                <ns2:creationId id="{4AF9027B-066A-6972-3CD3-B2EE8636CF91}"/>
              </a:ext>
            </a:extLst>
          </p:cNvPr>
          <p:cNvSpPr>
            <a:spLocks noGrp="1"/>
          </p:cNvSpPr>
          <p:nvPr/>
        </p:nvSpPr>
        <p:spPr>
          <a:xfrm flipH="1">
            <a:off x="729329" y="4266724"/>
            <a:ext cx="10191750" cy="952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아직 확인하지 못한 부분과 적용 범위 입력</a:t>
            </a: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 작업, 연결할 담당 영역과 완료 기준 입력</a:t>
            </a:r>
          </a:p>
        </p:txBody>
      </p:sp>
      <p:sp>
        <p:nvSpPr>
          <p:cNvPr id="25" name="TextBox 24">
            <a:extLst>
              <a:ext uri="{FF2B5EF4-FFF2-40B4-BE49-F238E27FC236}">
                <ns2:creationId id="{6FBBFBE8-958D-80EC-F9A8-99BFCE0BB777}"/>
              </a:ext>
            </a:extLst>
          </p:cNvPr>
          <p:cNvSpPr>
            <a:spLocks noGrp="1"/>
          </p:cNvSpPr>
          <p:nvPr/>
        </p:nvSpPr>
        <p:spPr>
          <a:xfrm>
            <a:off x="744760" y="3844576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한계와 다음 작업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4B71055-8221-4DBC-88F6-539D19C321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96280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직선 연결선 17">
            <a:extLst>
              <a:ext uri="{FF2B5EF4-FFF2-40B4-BE49-F238E27FC236}">
                <ns2:creationId id="{E58B1CE7-F903-4272-AF2D-B6C6B8E631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962808"/>
            <a:ext cx="12084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직선 연결선 9">
            <a:extLst>
              <a:ext uri="{FF2B5EF4-FFF2-40B4-BE49-F238E27FC236}">
                <ns2:creationId id="{AD54039C-3276-4958-BA1E-40E6E5F729B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368865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직선 연결선 10">
            <a:extLst>
              <a:ext uri="{FF2B5EF4-FFF2-40B4-BE49-F238E27FC236}">
                <ns2:creationId id="{CB17E3E6-69F3-4AEE-9B5B-EA85642CDA2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3688658"/>
            <a:ext cx="12084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oomPick Header Korean">
            <a:extLst>
              <a:ext uri="{FF2B5EF4-FFF2-40B4-BE49-F238E27FC236}">
                <ns2:creationId id="{229A4BA7-7CF5-44F2-B1B6-F1586A367887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1146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검증 결과와 다음 단계</a:t>
            </a:r>
          </a:p>
        </p:txBody>
      </p:sp>
      <p:sp>
        <p:nvSpPr>
          <p:cNvPr id="27" name="RoomPick Header English">
            <a:extLst>
              <a:ext uri="{FF2B5EF4-FFF2-40B4-BE49-F238E27FC236}">
                <ns2:creationId id="{CD304FDD-61C5-4719-8680-CED406DED9FD}"/>
              </a:ext>
            </a:extLst>
          </p:cNvPr>
          <p:cNvSpPr>
            <a:spLocks noGrp="1"/>
          </p:cNvSpPr>
          <p:nvPr/>
        </p:nvSpPr>
        <p:spPr>
          <a:xfrm>
            <a:off x="420052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Validation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31" name="TextBox 130">
            <a:extLst>
              <a:ext uri="{FF2B5EF4-FFF2-40B4-BE49-F238E27FC236}">
                <ns2:creationId id="{B26FB6F7-2A48-CF6B-098E-6DC5E864452B}"/>
              </a:ext>
            </a:extLst>
          </p:cNvPr>
          <p:cNvSpPr>
            <a:spLocks noGrp="1"/>
          </p:cNvSpPr>
          <p:nvPr/>
        </p:nvSpPr>
        <p:spPr>
          <a:xfrm>
            <a:off x="5819775" y="1047750"/>
            <a:ext cx="904875" cy="10096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defPPr>
          </a:lstStyle>
          <a:p>
            <a:pPr algn="l">
              <a:lnSpc>
                <a:spcPct val="90000"/>
              </a:lnSpc>
              <a:buNone/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pPr>
            <a:r>
              <a: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rPr>
              <a:t>“</a:t>
            </a:r>
            <a:endParaRPr sz="8000">
              <a:latin typeface="HY견명조"/>
              <a:ea typeface="HY견명조"/>
              <a:cs typeface="HY견명조"/>
            </a:endParaRPr>
          </a:p>
        </p:txBody>
      </p:sp>
      <p:sp>
        <p:nvSpPr>
          <p:cNvPr id="134" name="직사각형 133">
            <a:extLst>
              <a:ext uri="{FF2B5EF4-FFF2-40B4-BE49-F238E27FC236}">
                <ns2:creationId id="{593A3405-91DE-F5C4-084F-C1DB8324E010}"/>
              </a:ext>
            </a:extLst>
          </p:cNvPr>
          <p:cNvSpPr>
            <a:spLocks noGrp="1"/>
          </p:cNvSpPr>
          <p:nvPr/>
        </p:nvSpPr>
        <p:spPr>
          <a:xfrm>
            <a:off x="6407358" y="1561509"/>
            <a:ext cx="4628941" cy="221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" name="TextBox 128">
            <a:extLst>
              <a:ext uri="{FF2B5EF4-FFF2-40B4-BE49-F238E27FC236}">
                <ns2:creationId id="{13EF4DCE-6518-64BD-A2D4-782A05187970}"/>
              </a:ext>
            </a:extLst>
          </p:cNvPr>
          <p:cNvSpPr>
            <a:spLocks noGrp="1"/>
          </p:cNvSpPr>
          <p:nvPr/>
        </p:nvSpPr>
        <p:spPr>
          <a:xfrm flipH="1">
            <a:off x="6419850" y="1476375"/>
            <a:ext cx="4572000" cy="1000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원하는 공간을,</a:t>
            </a:r>
          </a:p>
          <a:p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그려서 찾는 경험</a:t>
            </a:r>
          </a:p>
        </p:txBody>
      </p:sp>
      <p:sp>
        <p:nvSpPr>
          <p:cNvPr id="135" name="">
            <a:extLst>
              <a:ext uri="{FF2B5EF4-FFF2-40B4-BE49-F238E27FC236}">
                <ns2:creationId id="{E89F8BA6-9167-4ABE-8374-49D4B6A82409}"/>
              </a:ext>
            </a:extLst>
          </p:cNvPr>
          <p:cNvSpPr>
            <a:spLocks noGrp="1"/>
          </p:cNvSpPr>
          <p:nvPr/>
        </p:nvSpPr>
        <p:spPr>
          <a:xfrm>
            <a:off x="809625" y="360045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확인할 수 있는 경험</a:t>
            </a:r>
          </a:p>
        </p:txBody>
      </p:sp>
      <p:sp>
        <p:nvSpPr>
          <p:cNvPr id="136" name="">
            <a:extLst>
              <a:ext uri="{FF2B5EF4-FFF2-40B4-BE49-F238E27FC236}">
                <ns2:creationId id="{82CE99A8-7C5F-4944-8090-93C04651A666}"/>
              </a:ext>
            </a:extLst>
          </p:cNvPr>
          <p:cNvSpPr>
            <a:spLocks noGrp="1"/>
          </p:cNvSpPr>
          <p:nvPr/>
        </p:nvSpPr>
        <p:spPr>
          <a:xfrm>
            <a:off x="809625" y="4219575"/>
            <a:ext cx="4667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의도를 표현하고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모의 배치를 조절하는 사용 흐름</a:t>
            </a:r>
          </a:p>
        </p:txBody>
      </p:sp>
      <p:sp>
        <p:nvSpPr>
          <p:cNvPr id="137" name="">
            <a:extLst>
              <a:ext uri="{FF2B5EF4-FFF2-40B4-BE49-F238E27FC236}">
                <ns2:creationId id="{9804C4BE-D9F6-4BE8-9A19-6DA680E53E0A}"/>
              </a:ext>
            </a:extLst>
          </p:cNvPr>
          <p:cNvSpPr>
            <a:spLocks noGrp="1"/>
          </p:cNvSpPr>
          <p:nvPr/>
        </p:nvSpPr>
        <p:spPr>
          <a:xfrm>
            <a:off x="6667500" y="3600450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다음으로 연결할 경험</a:t>
            </a:r>
          </a:p>
        </p:txBody>
      </p:sp>
      <p:sp>
        <p:nvSpPr>
          <p:cNvPr id="138" name="">
            <a:extLst>
              <a:ext uri="{FF2B5EF4-FFF2-40B4-BE49-F238E27FC236}">
                <ns2:creationId id="{D6C48A59-1520-44BB-88C6-BF29B128B6EB}"/>
              </a:ext>
            </a:extLst>
          </p:cNvPr>
          <p:cNvSpPr>
            <a:spLocks noGrp="1"/>
          </p:cNvSpPr>
          <p:nvPr/>
        </p:nvSpPr>
        <p:spPr>
          <a:xfrm>
            <a:off x="6667500" y="4219575"/>
            <a:ext cx="4619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실제 예측을 바탕으로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관련 템플릿 상품을 찾는 흐름</a:t>
            </a:r>
          </a:p>
        </p:txBody>
      </p:sp>
      <p:sp>
        <p:nvSpPr>
          <p:cNvPr id="139" name="">
            <a:extLst>
              <a:ext uri="{FF2B5EF4-FFF2-40B4-BE49-F238E27FC236}">
                <ns2:creationId id="{006516B3-A73D-44DE-AFBB-9FAABF38122B}"/>
              </a:ext>
            </a:extLst>
          </p:cNvPr>
          <p:cNvSpPr>
            <a:spLocks noGrp="1"/>
          </p:cNvSpPr>
          <p:nvPr/>
        </p:nvSpPr>
        <p:spPr>
          <a:xfrm>
            <a:off x="809625" y="584835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이제 실제 화면에서 전체 사용 흐름을 보여드립니다.</a:t>
            </a:r>
          </a:p>
        </p:txBody>
      </p:sp>
      <p:sp>
        <p:nvSpPr>
          <p:cNvPr id="140" name="RoomPick Header Korean">
            <a:extLst>
              <a:ext uri="{FF2B5EF4-FFF2-40B4-BE49-F238E27FC236}">
                <ns2:creationId id="{DEAF3CB0-FDDE-4E2A-9261-1FCFAF790E8D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4192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기대 효과</a:t>
            </a:r>
          </a:p>
        </p:txBody>
      </p:sp>
      <p:sp>
        <p:nvSpPr>
          <p:cNvPr id="141" name="RoomPick Header English">
            <a:extLst>
              <a:ext uri="{FF2B5EF4-FFF2-40B4-BE49-F238E27FC236}">
                <ns2:creationId id="{A03DE56F-C0A5-41C8-B1E2-798BA1AFA7BF}"/>
              </a:ext>
            </a:extLst>
          </p:cNvPr>
          <p:cNvSpPr>
            <a:spLocks noGrp="1"/>
          </p:cNvSpPr>
          <p:nvPr/>
        </p:nvSpPr>
        <p:spPr>
          <a:xfrm>
            <a:off x="25050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Expected Benefits</a:t>
            </a:r>
          </a:p>
        </p:txBody>
      </p:sp>
    </p:spTree>
    <p:extLst>
      <p:ext uri="{BB962C8B-B14F-4D97-AF65-F5344CB8AC3E}">
        <ns3:creationId val="3495256290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36" name="">
            <a:extLst>
              <a:ext uri="{FF2B5EF4-FFF2-40B4-BE49-F238E27FC236}">
                <ns2:creationId id="{FABCEBB0-435D-4AAD-824B-51B9DBDC71C9}"/>
              </a:ext>
            </a:extLst>
          </p:cNvPr>
          <p:cNvPicPr>
            <a:picLocks noChangeAspect="1"/>
          </p:cNvPicPr>
          <p:nvPr/>
        </p:nvPicPr>
        <p:blipFill>
          <a:blip ns3:embed="R227b16b2c2804b39"/>
          <a:srcRect l="0" r="0" t="20000" b="43342"/>
          <a:stretch>
            <a:fillRect l="0" t="0" r="0" b="0"/>
          </a:stretch>
        </p:blipFill>
        <p:spPr>
          <a:xfrm>
            <a:off x="809625" y="1562100"/>
            <a:ext cx="7572375" cy="3886200"/>
          </a:xfrm>
          <a:prstGeom prst="roundRect">
            <a:avLst>
              <a:gd name="adj" fmla="val 4412"/>
            </a:avLst>
          </a:prstGeom>
        </p:spPr>
      </p:pic>
      <p:sp>
        <p:nvSpPr>
          <p:cNvPr id="37" name="">
            <a:extLst>
              <a:ext uri="{FF2B5EF4-FFF2-40B4-BE49-F238E27FC236}">
                <ns2:creationId id="{026AE07A-3437-4609-B65F-0604EDA370BA}"/>
              </a:ext>
            </a:extLst>
          </p:cNvPr>
          <p:cNvSpPr>
            <a:spLocks noGrp="1"/>
          </p:cNvSpPr>
          <p:nvPr/>
        </p:nvSpPr>
        <p:spPr>
          <a:xfrm>
            <a:off x="9001125" y="18954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8" name="">
            <a:extLst>
              <a:ext uri="{FF2B5EF4-FFF2-40B4-BE49-F238E27FC236}">
                <ns2:creationId id="{B122866F-4E90-4006-8950-A075DBE9C9AB}"/>
              </a:ext>
            </a:extLst>
          </p:cNvPr>
          <p:cNvSpPr>
            <a:spLocks noGrp="1"/>
          </p:cNvSpPr>
          <p:nvPr/>
        </p:nvSpPr>
        <p:spPr>
          <a:xfrm>
            <a:off x="9001125" y="22764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</p:txBody>
      </p:sp>
      <p:sp>
        <p:nvSpPr>
          <p:cNvPr id="39" name="">
            <a:extLst>
              <a:ext uri="{FF2B5EF4-FFF2-40B4-BE49-F238E27FC236}">
                <ns2:creationId id="{99ABDACC-D74E-4374-867C-1E92AC6E5D0B}"/>
              </a:ext>
            </a:extLst>
          </p:cNvPr>
          <p:cNvSpPr>
            <a:spLocks noGrp="1"/>
          </p:cNvSpPr>
          <p:nvPr/>
        </p:nvSpPr>
        <p:spPr>
          <a:xfrm>
            <a:off x="9001125" y="29622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0" name="">
            <a:extLst>
              <a:ext uri="{FF2B5EF4-FFF2-40B4-BE49-F238E27FC236}">
                <ns2:creationId id="{7EDF7BAC-7C0C-43FE-ADBD-DBB14B4EFA4F}"/>
              </a:ext>
            </a:extLst>
          </p:cNvPr>
          <p:cNvSpPr>
            <a:spLocks noGrp="1"/>
          </p:cNvSpPr>
          <p:nvPr/>
        </p:nvSpPr>
        <p:spPr>
          <a:xfrm>
            <a:off x="9001125" y="33432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입력</a:t>
            </a:r>
          </a:p>
        </p:txBody>
      </p:sp>
      <p:sp>
        <p:nvSpPr>
          <p:cNvPr id="41" name="">
            <a:extLst>
              <a:ext uri="{FF2B5EF4-FFF2-40B4-BE49-F238E27FC236}">
                <ns2:creationId id="{251C0071-DA25-40D9-AF05-3710A4B12C5C}"/>
              </a:ext>
            </a:extLst>
          </p:cNvPr>
          <p:cNvSpPr>
            <a:spLocks noGrp="1"/>
          </p:cNvSpPr>
          <p:nvPr/>
        </p:nvSpPr>
        <p:spPr>
          <a:xfrm>
            <a:off x="9001125" y="4029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42" name="">
            <a:extLst>
              <a:ext uri="{FF2B5EF4-FFF2-40B4-BE49-F238E27FC236}">
                <ns2:creationId id="{680854F7-2C7B-4AF8-8B48-4269146410AF}"/>
              </a:ext>
            </a:extLst>
          </p:cNvPr>
          <p:cNvSpPr>
            <a:spLocks noGrp="1"/>
          </p:cNvSpPr>
          <p:nvPr/>
        </p:nvSpPr>
        <p:spPr>
          <a:xfrm>
            <a:off x="9001125" y="44100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  <p:sp>
        <p:nvSpPr>
          <p:cNvPr id="43" name="RoomPick Header Korean">
            <a:extLst>
              <a:ext uri="{FF2B5EF4-FFF2-40B4-BE49-F238E27FC236}">
                <ns2:creationId id="{AFCBCFF1-E50A-4B8C-B02E-81AEC7BA8EAF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41922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데모 시연</a:t>
            </a:r>
          </a:p>
        </p:txBody>
      </p:sp>
      <p:sp>
        <p:nvSpPr>
          <p:cNvPr id="44" name="RoomPick Header English">
            <a:extLst>
              <a:ext uri="{FF2B5EF4-FFF2-40B4-BE49-F238E27FC236}">
                <ns2:creationId id="{D8F681F4-12A9-4862-8308-58A1BE22DFE5}"/>
              </a:ext>
            </a:extLst>
          </p:cNvPr>
          <p:cNvSpPr>
            <a:spLocks noGrp="1"/>
          </p:cNvSpPr>
          <p:nvPr/>
        </p:nvSpPr>
        <p:spPr>
          <a:xfrm>
            <a:off x="250507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Live Demo</a:t>
            </a:r>
          </a:p>
        </p:txBody>
      </p:sp>
    </p:spTree>
    <p:extLst>
      <p:ext uri="{BB962C8B-B14F-4D97-AF65-F5344CB8AC3E}">
        <ns4:creationId val="292114149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7" name="사각형: 둥근 위쪽 모서리 16">
            <a:extLst>
              <a:ext uri="{FF2B5EF4-FFF2-40B4-BE49-F238E27FC236}">
                <ns2:creationId id="{D0177D65-A852-A353-D3B4-85158AA22946}"/>
              </a:ext>
            </a:extLst>
          </p:cNvPr>
          <p:cNvSpPr>
            <a:spLocks noGrp="1"/>
          </p:cNvSpPr>
          <p:nvPr/>
        </p:nvSpPr>
        <p:spPr>
          <a:xfrm rot="5400000">
            <a:off x="-556397" y="1851891"/>
            <a:ext cx="4616878" cy="3493613"/>
          </a:xfrm>
          <a:prstGeom prst="round2SameRect">
            <a:avLst>
              <a:gd name="adj1" fmla="val 772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ns2:creationId id="{F332D9DF-13AC-695F-9C49-D88290713B46}"/>
              </a:ext>
            </a:extLst>
          </p:cNvPr>
          <p:cNvSpPr>
            <a:spLocks noGrp="1"/>
          </p:cNvSpPr>
          <p:nvPr/>
        </p:nvSpPr>
        <p:spPr>
          <a:xfrm>
            <a:off x="4476750" y="3133725"/>
            <a:ext cx="6286500" cy="714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Q&amp;A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090BC06E-6489-422C-B12E-A1332CE78E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58369" y="2808141"/>
            <a:ext cx="597628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직선 연결선 28">
            <a:extLst>
              <a:ext uri="{FF2B5EF4-FFF2-40B4-BE49-F238E27FC236}">
                <ns2:creationId id="{DAC4D0A6-807D-4DA8-A4C0-1003B0FF9B4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58369" y="2808141"/>
            <a:ext cx="9508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TextBox 33">
            <a:extLst>
              <a:ext uri="{FF2B5EF4-FFF2-40B4-BE49-F238E27FC236}">
                <ns2:creationId id="{A67BBE28-F03B-1E4F-2084-D8129CCCA297}"/>
              </a:ext>
            </a:extLst>
          </p:cNvPr>
          <p:cNvSpPr>
            <a:spLocks noGrp="1"/>
          </p:cNvSpPr>
          <p:nvPr/>
        </p:nvSpPr>
        <p:spPr>
          <a:xfrm>
            <a:off x="4524375" y="3962400"/>
            <a:ext cx="6238875" cy="8096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RoomPick</a:t>
            </a:r>
          </a:p>
          <a:p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</a:p>
        </p:txBody>
      </p:sp>
      <p:sp>
        <p:nvSpPr>
          <p:cNvPr id="39" name="Freeform 6">
            <a:extLst>
              <a:ext uri="{FF2B5EF4-FFF2-40B4-BE49-F238E27FC236}">
                <ns2:creationId id="{835956F1-45E8-6D6A-E272-46D4A4098E8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04794" y="2512142"/>
            <a:ext cx="140404" cy="178263"/>
          </a:xfrm>
          <a:custGeom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0" name="Freeform 8">
            <a:extLst>
              <a:ext uri="{FF2B5EF4-FFF2-40B4-BE49-F238E27FC236}">
                <ns2:creationId id="{8E6FCD1C-B8E3-1393-80A1-F58BBE87C42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401828" y="2647402"/>
            <a:ext cx="43371" cy="43003"/>
          </a:xfrm>
          <a:custGeom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1" name="Freeform 10">
            <a:extLst>
              <a:ext uri="{FF2B5EF4-FFF2-40B4-BE49-F238E27FC236}">
                <ns2:creationId id="{6A36186C-E99C-3F64-6C9A-7D179B6B2BC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41942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2" name="Freeform 10">
            <a:extLst>
              <a:ext uri="{FF2B5EF4-FFF2-40B4-BE49-F238E27FC236}">
                <ns2:creationId id="{E8CA7698-D0B1-C56A-D6CE-B24ADC0A02D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60071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3" name="Freeform 10">
            <a:extLst>
              <a:ext uri="{FF2B5EF4-FFF2-40B4-BE49-F238E27FC236}">
                <ns2:creationId id="{E5D3686D-CB9E-5859-3A79-878652A287E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78199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4" name="Freeform 10">
            <a:extLst>
              <a:ext uri="{FF2B5EF4-FFF2-40B4-BE49-F238E27FC236}">
                <ns2:creationId id="{0E14900C-35BA-2558-8B03-07679B14933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96328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5" name="Freeform 10">
            <a:extLst>
              <a:ext uri="{FF2B5EF4-FFF2-40B4-BE49-F238E27FC236}">
                <ns2:creationId id="{75E8C4AB-07BC-EEC9-1E8C-00AD290439F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614455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56" name="직선 연결선 55">
            <a:extLst>
              <a:ext uri="{FF2B5EF4-FFF2-40B4-BE49-F238E27FC236}">
                <ns2:creationId id="{802A84E4-911E-47ED-AC47-8A7EF6F424E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553427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7" name="직선 연결선 56">
            <a:extLst>
              <a:ext uri="{FF2B5EF4-FFF2-40B4-BE49-F238E27FC236}">
                <ns2:creationId id="{4296D6FC-123B-40FA-9F6D-2FC61414391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553427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4" name="직선 연결선 53">
            <a:extLst>
              <a:ext uri="{FF2B5EF4-FFF2-40B4-BE49-F238E27FC236}">
                <ns2:creationId id="{C40EEADA-6414-4ACD-AF25-1048A60D4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603479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직선 연결선 54">
            <a:extLst>
              <a:ext uri="{FF2B5EF4-FFF2-40B4-BE49-F238E27FC236}">
                <ns2:creationId id="{FABC67DB-2290-4837-9F4A-4440207799B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603479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2" name="직선 연결선 51">
            <a:extLst>
              <a:ext uri="{FF2B5EF4-FFF2-40B4-BE49-F238E27FC236}">
                <ns2:creationId id="{06DC5AAB-F513-43AE-B629-BA79821661D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653532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직선 연결선 52">
            <a:extLst>
              <a:ext uri="{FF2B5EF4-FFF2-40B4-BE49-F238E27FC236}">
                <ns2:creationId id="{075688A3-E498-48E5-9B8A-1AD415C9BF3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653532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3" name="Freeform 6">
            <a:extLst>
              <a:ext uri="{FF2B5EF4-FFF2-40B4-BE49-F238E27FC236}">
                <ns2:creationId id="{85E9EA62-5F92-A395-2F6E-F0DACE75E26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483480" y="2512142"/>
            <a:ext cx="140404" cy="178263"/>
          </a:xfrm>
          <a:custGeom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4" name="Freeform 8">
            <a:extLst>
              <a:ext uri="{FF2B5EF4-FFF2-40B4-BE49-F238E27FC236}">
                <ns2:creationId id="{D220D393-6487-0922-70BC-7B2D1F5E90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80513" y="2647402"/>
            <a:ext cx="43371" cy="43003"/>
          </a:xfrm>
          <a:custGeom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5" name="Freeform 10">
            <a:extLst>
              <a:ext uri="{FF2B5EF4-FFF2-40B4-BE49-F238E27FC236}">
                <ns2:creationId id="{968569B3-C0B9-1DFF-BFD4-033981B61C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41942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6" name="Freeform 10">
            <a:extLst>
              <a:ext uri="{FF2B5EF4-FFF2-40B4-BE49-F238E27FC236}">
                <ns2:creationId id="{21F6A401-1FC3-489A-5490-8F587275157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60071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7" name="Freeform 10">
            <a:extLst>
              <a:ext uri="{FF2B5EF4-FFF2-40B4-BE49-F238E27FC236}">
                <ns2:creationId id="{DE9E381D-FE94-89EC-312D-A544E2E63C8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78199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8" name="Freeform 10">
            <a:extLst>
              <a:ext uri="{FF2B5EF4-FFF2-40B4-BE49-F238E27FC236}">
                <ns2:creationId id="{3C8EE8A5-0810-11B3-6C2B-3967B1F0659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96328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9" name="Freeform 10">
            <a:extLst>
              <a:ext uri="{FF2B5EF4-FFF2-40B4-BE49-F238E27FC236}">
                <ns2:creationId id="{2DB0A56C-C126-EA2A-5A4B-37DDF9760C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614455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pic>
        <p:nvPicPr>
          <p:cNvPr id="3" name="Picture 4">
            <a:extLst>
              <a:ext uri="{FF2B5EF4-FFF2-40B4-BE49-F238E27FC236}">
                <ns2:creationId id="{79CBAEC9-3B0C-44E5-A4FE-DD99A4FE5377}"/>
              </a:ext>
            </a:extLst>
          </p:cNvPr>
          <p:cNvPicPr>
            <a:picLocks noChangeAspect="1"/>
          </p:cNvPicPr>
          <p:nvPr/>
        </p:nvPicPr>
        <p:blipFill>
          <a:blip ns3:embed="R1cd0371a32554ccd"/>
          <a:srcRect l="0" t="0" r="0" b="0"/>
          <a:stretch>
            <a:fillRect l="0" t="0" r="0" b="0"/>
          </a:stretch>
        </p:blipFill>
        <p:spPr>
          <a:xfrm>
            <a:off x="395051" y="4809540"/>
            <a:ext cx="612866" cy="6128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ns2:creationId id="{F1A92982-C263-415D-A993-62FF72107998}"/>
              </a:ext>
            </a:extLst>
          </p:cNvPr>
          <p:cNvPicPr>
            <a:picLocks noChangeAspect="1"/>
          </p:cNvPicPr>
          <p:nvPr/>
        </p:nvPicPr>
        <p:blipFill rotWithShape="1">
          <a:blip ns3:embed="R104f13e4c45b43ac"/>
          <a:srcRect l="33881" t="7935" r="28784" b="9121"/>
          <a:stretch/>
        </p:blipFill>
        <p:spPr>
          <a:xfrm>
            <a:off x="742925" y="1836703"/>
            <a:ext cx="2261908" cy="359797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ns2:creationId id="{710D7222-888F-467A-9D34-BBD90A441DAB}"/>
              </a:ext>
            </a:extLst>
          </p:cNvPr>
          <p:cNvPicPr>
            <a:picLocks noChangeAspect="1"/>
          </p:cNvPicPr>
          <p:nvPr/>
        </p:nvPicPr>
        <p:blipFill>
          <a:blip ns3:embed="R0fc89a5f7bec4960"/>
          <a:stretch>
            <a:fillRect l="0" t="0" r="0" b="0"/>
          </a:stretch>
        </p:blipFill>
        <p:spPr>
          <a:xfrm>
            <a:off x="2611595" y="2631979"/>
            <a:ext cx="640246" cy="640246"/>
          </a:xfrm>
          <a:prstGeom prst="rect">
            <a:avLst/>
          </a:prstGeom>
        </p:spPr>
      </p:pic>
      <p:sp>
        <p:nvSpPr>
          <p:cNvPr id="70" name="RoomPick Header Korean">
            <a:extLst>
              <a:ext uri="{FF2B5EF4-FFF2-40B4-BE49-F238E27FC236}">
                <ns2:creationId id="{4B8BD915-C043-4D0A-8190-218DE1BF172B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1333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질의응답</a:t>
            </a:r>
          </a:p>
        </p:txBody>
      </p:sp>
      <p:sp>
        <p:nvSpPr>
          <p:cNvPr id="71" name="RoomPick Header English">
            <a:extLst>
              <a:ext uri="{FF2B5EF4-FFF2-40B4-BE49-F238E27FC236}">
                <ns2:creationId id="{5D0B197F-DF18-48C4-8440-D1314BD99656}"/>
              </a:ext>
            </a:extLst>
          </p:cNvPr>
          <p:cNvSpPr>
            <a:spLocks noGrp="1"/>
          </p:cNvSpPr>
          <p:nvPr/>
        </p:nvSpPr>
        <p:spPr>
          <a:xfrm>
            <a:off x="241935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Q&amp;A</a:t>
            </a:r>
          </a:p>
        </p:txBody>
      </p:sp>
    </p:spTree>
    <p:extLst>
      <p:ext uri="{BB962C8B-B14F-4D97-AF65-F5344CB8AC3E}">
        <ns4:creationId val="175238637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E8A652C1-4CAA-4E52-8107-BCCEE77F4F01}"/>
              </a:ext>
            </a:extLst>
          </p:cNvPr>
          <p:cNvSpPr>
            <a:spLocks noGrp="1"/>
          </p:cNvSpPr>
          <p:nvPr/>
        </p:nvSpPr>
        <p:spPr>
          <a:xfrm>
            <a:off x="1038225" y="185737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이미지 확보</a:t>
            </a:r>
          </a:p>
        </p:txBody>
      </p:sp>
      <p:sp>
        <p:nvSpPr>
          <p:cNvPr id="37" name="">
            <a:extLst>
              <a:ext uri="{FF2B5EF4-FFF2-40B4-BE49-F238E27FC236}">
                <ns2:creationId id="{C660E983-6D9D-413C-8495-D11CA963EDC3}"/>
              </a:ext>
            </a:extLst>
          </p:cNvPr>
          <p:cNvSpPr>
            <a:spLocks noGrp="1"/>
          </p:cNvSpPr>
          <p:nvPr/>
        </p:nvSpPr>
        <p:spPr>
          <a:xfrm>
            <a:off x="1038225" y="234315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출처와 확보 방법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 가능한 이미지 범위 입력</a:t>
            </a:r>
          </a:p>
        </p:txBody>
      </p:sp>
      <p:sp>
        <p:nvSpPr>
          <p:cNvPr id="38" name="">
            <a:extLst>
              <a:ext uri="{FF2B5EF4-FFF2-40B4-BE49-F238E27FC236}">
                <ns2:creationId id="{638E1202-9DB1-4497-BA7C-08255471430D}"/>
              </a:ext>
            </a:extLst>
          </p:cNvPr>
          <p:cNvSpPr>
            <a:spLocks noGrp="1"/>
          </p:cNvSpPr>
          <p:nvPr/>
        </p:nvSpPr>
        <p:spPr>
          <a:xfrm>
            <a:off x="1038225" y="3476625"/>
            <a:ext cx="4667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정의와 상품 연결</a:t>
            </a:r>
          </a:p>
        </p:txBody>
      </p:sp>
      <p:sp>
        <p:nvSpPr>
          <p:cNvPr id="39" name="">
            <a:extLst>
              <a:ext uri="{FF2B5EF4-FFF2-40B4-BE49-F238E27FC236}">
                <ns2:creationId id="{08D65F00-539E-461B-A573-35F2687C4AE7}"/>
              </a:ext>
            </a:extLst>
          </p:cNvPr>
          <p:cNvSpPr>
            <a:spLocks noGrp="1"/>
          </p:cNvSpPr>
          <p:nvPr/>
        </p:nvSpPr>
        <p:spPr>
          <a:xfrm>
            <a:off x="1038225" y="3962400"/>
            <a:ext cx="4667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단위와 필드, 분류·검수 기준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ID·이미지·판매 정보의 연결 방식 입력</a:t>
            </a:r>
          </a:p>
        </p:txBody>
      </p:sp>
      <p:sp>
        <p:nvSpPr>
          <p:cNvPr id="40" name="">
            <a:extLst>
              <a:ext uri="{FF2B5EF4-FFF2-40B4-BE49-F238E27FC236}">
                <ns2:creationId id="{6A7A3C70-A06D-4C9C-8806-DE039B2AAC83}"/>
              </a:ext>
            </a:extLst>
          </p:cNvPr>
          <p:cNvSpPr>
            <a:spLocks noGrp="1"/>
          </p:cNvSpPr>
          <p:nvPr/>
        </p:nvSpPr>
        <p:spPr>
          <a:xfrm>
            <a:off x="6934200" y="2628900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이미지 · 템플릿 예시</a:t>
            </a:r>
          </a:p>
        </p:txBody>
      </p:sp>
      <p:sp>
        <p:nvSpPr>
          <p:cNvPr id="41" name="RoomPick Header Korean">
            <a:extLst>
              <a:ext uri="{FF2B5EF4-FFF2-40B4-BE49-F238E27FC236}">
                <ns2:creationId id="{E7AAEA9B-B1B6-492E-9E13-4AE8B18CCC46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0289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이미지와 템플릿 구축</a:t>
            </a:r>
          </a:p>
        </p:txBody>
      </p:sp>
      <p:sp>
        <p:nvSpPr>
          <p:cNvPr id="42" name="RoomPick Header English">
            <a:extLst>
              <a:ext uri="{FF2B5EF4-FFF2-40B4-BE49-F238E27FC236}">
                <ns2:creationId id="{CC0CAC60-277C-44F6-BF7C-B24959D33108}"/>
              </a:ext>
            </a:extLst>
          </p:cNvPr>
          <p:cNvSpPr>
            <a:spLocks noGrp="1"/>
          </p:cNvSpPr>
          <p:nvPr/>
        </p:nvSpPr>
        <p:spPr>
          <a:xfrm>
            <a:off x="41148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Templates</a:t>
            </a:r>
          </a:p>
        </p:txBody>
      </p:sp>
    </p:spTree>
    <p:extLst>
      <p:ext uri="{BB962C8B-B14F-4D97-AF65-F5344CB8AC3E}">
        <ns3:creationId val="2921141492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60707F59-FBDD-4013-BAB5-48B40681083D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5248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C867E2BA-13E3-46E2-9475-E2643A6B351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673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C7A45CA3-06BF-4910-A9E4-70F48F8356C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4FD01ADB-8A6E-469B-87F3-5F30CE616F84}"/>
              </a:ext>
            </a:extLst>
          </p:cNvPr>
          <p:cNvSpPr>
            <a:spLocks noGrp="1"/>
          </p:cNvSpPr>
          <p:nvPr/>
        </p:nvSpPr>
        <p:spPr>
          <a:xfrm>
            <a:off x="8096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</a:t>
            </a:r>
          </a:p>
        </p:txBody>
      </p:sp>
      <p:sp>
        <p:nvSpPr>
          <p:cNvPr id="9" name="">
            <a:extLst>
              <a:ext uri="{FF2B5EF4-FFF2-40B4-BE49-F238E27FC236}">
                <ns2:creationId id="{6187A6C2-6CAA-4A1D-833C-827B42653A1D}"/>
              </a:ext>
            </a:extLst>
          </p:cNvPr>
          <p:cNvSpPr>
            <a:spLocks noGrp="1"/>
          </p:cNvSpPr>
          <p:nvPr/>
        </p:nvSpPr>
        <p:spPr>
          <a:xfrm>
            <a:off x="36671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</a:t>
            </a:r>
          </a:p>
        </p:txBody>
      </p:sp>
      <p:sp>
        <p:nvSpPr>
          <p:cNvPr id="10" name="">
            <a:extLst>
              <a:ext uri="{FF2B5EF4-FFF2-40B4-BE49-F238E27FC236}">
                <ns2:creationId id="{50B9DFDE-5E32-420F-98A7-00ED2926E7D0}"/>
              </a:ext>
            </a:extLst>
          </p:cNvPr>
          <p:cNvSpPr>
            <a:spLocks noGrp="1"/>
          </p:cNvSpPr>
          <p:nvPr/>
        </p:nvSpPr>
        <p:spPr>
          <a:xfrm>
            <a:off x="65246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탐색</a:t>
            </a:r>
          </a:p>
        </p:txBody>
      </p:sp>
      <p:sp>
        <p:nvSpPr>
          <p:cNvPr id="11" name="">
            <a:extLst>
              <a:ext uri="{FF2B5EF4-FFF2-40B4-BE49-F238E27FC236}">
                <ns2:creationId id="{5260C918-44BA-4B20-94EA-EDC31CB9C4C6}"/>
              </a:ext>
            </a:extLst>
          </p:cNvPr>
          <p:cNvSpPr>
            <a:spLocks noGrp="1"/>
          </p:cNvSpPr>
          <p:nvPr/>
        </p:nvSpPr>
        <p:spPr>
          <a:xfrm>
            <a:off x="93821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표시</a:t>
            </a:r>
          </a:p>
        </p:txBody>
      </p:sp>
      <p:sp>
        <p:nvSpPr>
          <p:cNvPr id="15" name="">
            <a:extLst>
              <a:ext uri="{FF2B5EF4-FFF2-40B4-BE49-F238E27FC236}">
                <ns2:creationId id="{0480F612-93D9-47ED-8A5C-7D350E303E3A}"/>
              </a:ext>
            </a:extLst>
          </p:cNvPr>
          <p:cNvSpPr>
            <a:spLocks noGrp="1"/>
          </p:cNvSpPr>
          <p:nvPr/>
        </p:nvSpPr>
        <p:spPr>
          <a:xfrm>
            <a:off x="8096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사진·스케치·텍스트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사용할 입력과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전처리 방식 입력</a:t>
            </a:r>
          </a:p>
        </p:txBody>
      </p:sp>
      <p:sp>
        <p:nvSpPr>
          <p:cNvPr id="16" name="">
            <a:extLst>
              <a:ext uri="{FF2B5EF4-FFF2-40B4-BE49-F238E27FC236}">
                <ns2:creationId id="{5C6EEBE9-3EDA-4316-AFB2-67D43ED4393F}"/>
              </a:ext>
            </a:extLst>
          </p:cNvPr>
          <p:cNvSpPr>
            <a:spLocks noGrp="1"/>
          </p:cNvSpPr>
          <p:nvPr/>
        </p:nvSpPr>
        <p:spPr>
          <a:xfrm>
            <a:off x="36671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가구 종류·형태·스타일 등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대상과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모델 접근 입력</a:t>
            </a:r>
          </a:p>
        </p:txBody>
      </p:sp>
      <p:sp>
        <p:nvSpPr>
          <p:cNvPr id="17" name="">
            <a:extLst>
              <a:ext uri="{FF2B5EF4-FFF2-40B4-BE49-F238E27FC236}">
                <ns2:creationId id="{8CCBDC4C-2D9B-4373-B85A-8EE4F3CE6C70}"/>
              </a:ext>
            </a:extLst>
          </p:cNvPr>
          <p:cNvSpPr>
            <a:spLocks noGrp="1"/>
          </p:cNvSpPr>
          <p:nvPr/>
        </p:nvSpPr>
        <p:spPr>
          <a:xfrm>
            <a:off x="65246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선택 기준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유사도와 후보 정렬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방법 입력</a:t>
            </a:r>
          </a:p>
        </p:txBody>
      </p:sp>
      <p:sp>
        <p:nvSpPr>
          <p:cNvPr id="18" name="">
            <a:extLst>
              <a:ext uri="{FF2B5EF4-FFF2-40B4-BE49-F238E27FC236}">
                <ns2:creationId id="{17804842-B22C-43D9-8727-A87ADB65A8B7}"/>
              </a:ext>
            </a:extLst>
          </p:cNvPr>
          <p:cNvSpPr>
            <a:spLocks noGrp="1"/>
          </p:cNvSpPr>
          <p:nvPr/>
        </p:nvSpPr>
        <p:spPr>
          <a:xfrm>
            <a:off x="93821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정보 연결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근거 표시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후보가 없을 때 처리</a:t>
            </a:r>
          </a:p>
        </p:txBody>
      </p:sp>
      <p:sp>
        <p:nvSpPr>
          <p:cNvPr id="19" name="">
            <a:extLst>
              <a:ext uri="{FF2B5EF4-FFF2-40B4-BE49-F238E27FC236}">
                <ns2:creationId id="{1037E3BD-F8D8-4BCD-B780-E3E249E42287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설계 예정: 실제 진행 상태에 맞춰 입력·출력과 판단 기준을 구체화합니다.</a:t>
            </a:r>
          </a:p>
        </p:txBody>
      </p:sp>
      <p:sp>
        <p:nvSpPr>
          <p:cNvPr id="20" name="RoomPick Header Korean">
            <a:extLst>
              <a:ext uri="{FF2B5EF4-FFF2-40B4-BE49-F238E27FC236}">
                <ns2:creationId id="{7FCBFE25-ABCD-44C1-8D9D-8B10C05CA506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4193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예측과 상품 추천</a:t>
            </a:r>
          </a:p>
        </p:txBody>
      </p:sp>
      <p:sp>
        <p:nvSpPr>
          <p:cNvPr id="21" name="RoomPick Header English">
            <a:extLst>
              <a:ext uri="{FF2B5EF4-FFF2-40B4-BE49-F238E27FC236}">
                <ns2:creationId id="{75F05DC6-55B5-4416-9E3D-F983512FA1E6}"/>
              </a:ext>
            </a:extLst>
          </p:cNvPr>
          <p:cNvSpPr>
            <a:spLocks noGrp="1"/>
          </p:cNvSpPr>
          <p:nvPr/>
        </p:nvSpPr>
        <p:spPr>
          <a:xfrm>
            <a:off x="35052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Recommendation</a:t>
            </a:r>
          </a:p>
        </p:txBody>
      </p:sp>
    </p:spTree>
    <p:extLst>
      <p:ext uri="{BB962C8B-B14F-4D97-AF65-F5344CB8AC3E}">
        <ns3:creationId val="1703647012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5" name="사각형: 둥근 모서리 4">
            <a:extLst>
              <a:ext uri="{FF2B5EF4-FFF2-40B4-BE49-F238E27FC236}">
                <ns2:creationId id="{C18A69C6-DBC9-A195-7B1C-6EA7CD059296}"/>
              </a:ext>
            </a:extLst>
          </p:cNvPr>
          <p:cNvSpPr>
            <a:spLocks noGrp="1"/>
          </p:cNvSpPr>
          <p:nvPr/>
        </p:nvSpPr>
        <p:spPr>
          <a:xfrm>
            <a:off x="995869" y="1823431"/>
            <a:ext cx="929769" cy="24730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타원 7">
            <a:extLst>
              <a:ext uri="{FF2B5EF4-FFF2-40B4-BE49-F238E27FC236}">
                <ns2:creationId id="{CD6CAC19-C772-D17A-F977-EECE57FB629C}"/>
              </a:ext>
            </a:extLst>
          </p:cNvPr>
          <p:cNvSpPr>
            <a:spLocks noGrp="1"/>
          </p:cNvSpPr>
          <p:nvPr/>
        </p:nvSpPr>
        <p:spPr>
          <a:xfrm>
            <a:off x="1089362" y="1883514"/>
            <a:ext cx="125286" cy="1252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ns2:creationId id="{69B0A2C9-85B3-E462-E9AE-A83280DD266E}"/>
              </a:ext>
            </a:extLst>
          </p:cNvPr>
          <p:cNvSpPr>
            <a:spLocks noGrp="1"/>
          </p:cNvSpPr>
          <p:nvPr/>
        </p:nvSpPr>
        <p:spPr>
          <a:xfrm>
            <a:off x="1288733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수집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ns2:creationId id="{A95D4389-BF72-EB20-FB71-C61789935FC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98629" y="1823431"/>
            <a:ext cx="957620" cy="24730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타원 71">
            <a:extLst>
              <a:ext uri="{FF2B5EF4-FFF2-40B4-BE49-F238E27FC236}">
                <ns2:creationId id="{644D35A2-796F-5948-B37B-E1A7D3A6D2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92123" y="1883514"/>
            <a:ext cx="125285" cy="1252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TextBox 72">
            <a:extLst>
              <a:ext uri="{FF2B5EF4-FFF2-40B4-BE49-F238E27FC236}">
                <ns2:creationId id="{62EBD274-C652-313B-3A5A-6AC113FA02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91564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저장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ns2:creationId id="{016DE307-5E2D-9AE3-BD41-BAB92BAEA3F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01387" y="1823431"/>
            <a:ext cx="887051" cy="24730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타원 100">
            <a:extLst>
              <a:ext uri="{FF2B5EF4-FFF2-40B4-BE49-F238E27FC236}">
                <ns2:creationId id="{1F318E1A-9EA3-CC14-8F0C-28703AE12C8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94879" y="1883514"/>
            <a:ext cx="125285" cy="1252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ns2:creationId id="{A5FD7043-7A71-4B57-2829-861892FC560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494300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활용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3" name="">
            <a:extLst>
              <a:ext uri="{FF2B5EF4-FFF2-40B4-BE49-F238E27FC236}">
                <ns2:creationId id="{BAB6BA36-B95E-4A01-B0C3-D0093605B41D}"/>
              </a:ext>
            </a:extLst>
          </p:cNvPr>
          <p:cNvSpPr>
            <a:spLocks noGrp="1"/>
          </p:cNvSpPr>
          <p:nvPr/>
        </p:nvSpPr>
        <p:spPr>
          <a:xfrm>
            <a:off x="109537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수집하는 행동</a:t>
            </a:r>
          </a:p>
        </p:txBody>
      </p:sp>
      <p:sp>
        <p:nvSpPr>
          <p:cNvPr id="104" name="">
            <a:extLst>
              <a:ext uri="{FF2B5EF4-FFF2-40B4-BE49-F238E27FC236}">
                <ns2:creationId id="{2E52FD73-A6ED-4323-B07F-820DCBBACB10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작업과 기록의 연결</a:t>
            </a:r>
          </a:p>
        </p:txBody>
      </p:sp>
      <p:sp>
        <p:nvSpPr>
          <p:cNvPr id="105" name="">
            <a:extLst>
              <a:ext uri="{FF2B5EF4-FFF2-40B4-BE49-F238E27FC236}">
                <ns2:creationId id="{D13077F3-F9D2-48EE-9CFE-64FED789A815}"/>
              </a:ext>
            </a:extLst>
          </p:cNvPr>
          <p:cNvSpPr>
            <a:spLocks noGrp="1"/>
          </p:cNvSpPr>
          <p:nvPr/>
        </p:nvSpPr>
        <p:spPr>
          <a:xfrm>
            <a:off x="829627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향후 활용과 정책</a:t>
            </a:r>
          </a:p>
        </p:txBody>
      </p:sp>
      <p:sp>
        <p:nvSpPr>
          <p:cNvPr id="106" name="">
            <a:extLst>
              <a:ext uri="{FF2B5EF4-FFF2-40B4-BE49-F238E27FC236}">
                <ns2:creationId id="{202AC58A-5EA8-4B8F-B1E5-F263913CF835}"/>
              </a:ext>
            </a:extLst>
          </p:cNvPr>
          <p:cNvSpPr>
            <a:spLocks noGrp="1"/>
          </p:cNvSpPr>
          <p:nvPr/>
        </p:nvSpPr>
        <p:spPr>
          <a:xfrm>
            <a:off x="109537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사진·스케치·수정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검색·모의 결과 확인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배치 조절·다운로드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재시작 행동</a:t>
            </a:r>
          </a:p>
        </p:txBody>
      </p:sp>
      <p:sp>
        <p:nvSpPr>
          <p:cNvPr id="107" name="">
            <a:extLst>
              <a:ext uri="{FF2B5EF4-FFF2-40B4-BE49-F238E27FC236}">
                <ns2:creationId id="{5CDDBBDC-74C4-41FB-9132-D1C90634E67F}"/>
              </a:ext>
            </a:extLst>
          </p:cNvPr>
          <p:cNvSpPr>
            <a:spLocks noGrp="1"/>
          </p:cNvSpPr>
          <p:nvPr/>
        </p:nvSpPr>
        <p:spPr>
          <a:xfrm>
            <a:off x="469582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익명 방문 ID와 작업 ID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이벤트 UUID로 중복 제거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 이벤트·스케치 원본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서버에 저장</a:t>
            </a:r>
          </a:p>
        </p:txBody>
      </p:sp>
      <p:sp>
        <p:nvSpPr>
          <p:cNvPr id="108" name="">
            <a:extLst>
              <a:ext uri="{FF2B5EF4-FFF2-40B4-BE49-F238E27FC236}">
                <ns2:creationId id="{473B3397-FC87-4CE8-A391-BA10EA7001F2}"/>
              </a:ext>
            </a:extLst>
          </p:cNvPr>
          <p:cNvSpPr>
            <a:spLocks noGrp="1"/>
          </p:cNvSpPr>
          <p:nvPr/>
        </p:nvSpPr>
        <p:spPr>
          <a:xfrm>
            <a:off x="829627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수정·이탈·결과 반응 분석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개선에 활용할 항목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동의·보관·삭제 기준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학습 활용 기준은 설계 예정</a:t>
            </a:r>
          </a:p>
        </p:txBody>
      </p:sp>
      <p:sp>
        <p:nvSpPr>
          <p:cNvPr id="109" name="RoomPick Header Korean">
            <a:extLst>
              <a:ext uri="{FF2B5EF4-FFF2-40B4-BE49-F238E27FC236}">
                <ns2:creationId id="{F3AA7CCD-20FB-4A2B-852D-542EB6460437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2724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사용자 행동 데이터</a:t>
            </a:r>
          </a:p>
        </p:txBody>
      </p:sp>
      <p:sp>
        <p:nvSpPr>
          <p:cNvPr id="110" name="RoomPick Header English">
            <a:extLst>
              <a:ext uri="{FF2B5EF4-FFF2-40B4-BE49-F238E27FC236}">
                <ns2:creationId id="{107203D9-33E3-4F13-97E8-7A39D2BD7436}"/>
              </a:ext>
            </a:extLst>
          </p:cNvPr>
          <p:cNvSpPr>
            <a:spLocks noGrp="1"/>
          </p:cNvSpPr>
          <p:nvPr/>
        </p:nvSpPr>
        <p:spPr>
          <a:xfrm>
            <a:off x="3810000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Behavior Data</a:t>
            </a:r>
          </a:p>
        </p:txBody>
      </p:sp>
    </p:spTree>
    <p:extLst>
      <p:ext uri="{BB962C8B-B14F-4D97-AF65-F5344CB8AC3E}">
        <ns3:creationId val="326927954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graphicFrame>
        <p:nvGraphicFramePr>
          <p:cNvPr id="5" name="표 4">
            <a:extLst>
              <a:ext uri="{FF2B5EF4-FFF2-40B4-BE49-F238E27FC236}">
                <ns2:creationId id="{4CB9163D-F140-4914-B291-4CF998E3CA8E}"/>
              </a:ext>
            </a:extLst>
          </p:cNvPr>
          <p:cNvGraphicFramePr/>
          <p:nvPr/>
        </p:nvGraphicFramePr>
        <p:xfrm>
          <a:off x="1116012" y="2605290"/>
          <a:ext cx="9959975" cy="272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 입력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형식·용량·방향 처리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입력·편집·모바일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 실패·재전송·복원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정답 데이터·평가 지표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모델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추천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추천 적합성·상품 품질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운영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동의·보관·삭제·접근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정책과 검증 기준 설계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>
              <a:ext uri="{FF2B5EF4-FFF2-40B4-BE49-F238E27FC236}">
                <ns2:creationId id="{9F59A33A-8852-F319-FCDE-E448000C720B}"/>
              </a:ext>
            </a:extLst>
          </p:cNvPr>
          <p:cNvSpPr>
            <a:spLocks noGrp="1"/>
          </p:cNvSpPr>
          <p:nvPr/>
        </p:nvSpPr>
        <p:spPr>
          <a:xfrm>
            <a:off x="3391150" y="2118211"/>
            <a:ext cx="3820252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ns2:creationId id="{5D2EAAE7-0725-FFA7-3839-5EAF60CE533A}"/>
              </a:ext>
            </a:extLst>
          </p:cNvPr>
          <p:cNvSpPr>
            <a:spLocks noGrp="1"/>
          </p:cNvSpPr>
          <p:nvPr/>
        </p:nvSpPr>
        <p:spPr>
          <a:xfrm>
            <a:off x="4115639" y="2111846"/>
            <a:ext cx="2371275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검증 기준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ns2:creationId id="{235ABD2E-E45A-62B2-7684-D7313908FAB3}"/>
              </a:ext>
            </a:extLst>
          </p:cNvPr>
          <p:cNvSpPr>
            <a:spLocks noGrp="1"/>
          </p:cNvSpPr>
          <p:nvPr/>
        </p:nvSpPr>
        <p:spPr>
          <a:xfrm>
            <a:off x="7283752" y="2118211"/>
            <a:ext cx="3756366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ns2:creationId id="{89BBDB2E-511F-54C3-9037-3E5D969FDBE2}"/>
              </a:ext>
            </a:extLst>
          </p:cNvPr>
          <p:cNvSpPr>
            <a:spLocks noGrp="1"/>
          </p:cNvSpPr>
          <p:nvPr/>
        </p:nvSpPr>
        <p:spPr>
          <a:xfrm>
            <a:off x="7996125" y="2111846"/>
            <a:ext cx="233162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확인 상태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ns2:creationId id="{A945AE83-EC1F-91C1-9E5E-5E6C91FEA9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9" y="1323310"/>
            <a:ext cx="88531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>
              <a:ext uri="{FF2B5EF4-FFF2-40B4-BE49-F238E27FC236}">
                <ns2:creationId id="{208D48D5-582F-A2B1-141C-3D123D1B7E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93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>
              <a:ext uri="{FF2B5EF4-FFF2-40B4-BE49-F238E27FC236}">
                <ns2:creationId id="{797EBA93-C3DB-AACA-3E07-D633F18CB8E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검증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ns2:creationId id="{9BA95078-7365-B827-BC65-EBBC7335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99116" y="1323310"/>
            <a:ext cx="1013140" cy="247302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>
              <a:ext uri="{FF2B5EF4-FFF2-40B4-BE49-F238E27FC236}">
                <ns2:creationId id="{EC3C5C57-69A1-ACDE-EB91-E7985BA6830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892610" y="1383393"/>
            <a:ext cx="125285" cy="1252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>
              <a:ext uri="{FF2B5EF4-FFF2-40B4-BE49-F238E27FC236}">
                <ns2:creationId id="{C29BBCEE-C490-1207-62A8-55A0B686E6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502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한계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60" name="RoomPick Header Korean">
            <a:extLst>
              <a:ext uri="{FF2B5EF4-FFF2-40B4-BE49-F238E27FC236}">
                <ns2:creationId id="{3BEDBC5E-484B-4E09-B87C-25B2E5E6630E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1146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검증 계획과 현재 한계</a:t>
            </a:r>
          </a:p>
        </p:txBody>
      </p:sp>
      <p:sp>
        <p:nvSpPr>
          <p:cNvPr id="61" name="RoomPick Header English">
            <a:extLst>
              <a:ext uri="{FF2B5EF4-FFF2-40B4-BE49-F238E27FC236}">
                <ns2:creationId id="{635A6474-85C4-4884-ABD1-F1BA9CC362C8}"/>
              </a:ext>
            </a:extLst>
          </p:cNvPr>
          <p:cNvSpPr>
            <a:spLocks noGrp="1"/>
          </p:cNvSpPr>
          <p:nvPr/>
        </p:nvSpPr>
        <p:spPr>
          <a:xfrm>
            <a:off x="420052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Evaluation</a:t>
            </a:r>
          </a:p>
        </p:txBody>
      </p:sp>
    </p:spTree>
    <p:extLst>
      <p:ext uri="{BB962C8B-B14F-4D97-AF65-F5344CB8AC3E}">
        <ns3:creationId val="441801638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73" name="사각형: 둥근 모서리 72">
            <a:extLst>
              <a:ext uri="{FF2B5EF4-FFF2-40B4-BE49-F238E27FC236}">
                <ns2:creationId id="{9A03B632-9D3A-736C-BA1B-24D9E84CF5A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5" y="1323310"/>
            <a:ext cx="1041216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4" name="타원 73">
            <a:extLst>
              <a:ext uri="{FF2B5EF4-FFF2-40B4-BE49-F238E27FC236}">
                <ns2:creationId id="{0D8E386A-5C98-514F-3F6C-B15F1105546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89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5" name="TextBox 74">
            <a:extLst>
              <a:ext uri="{FF2B5EF4-FFF2-40B4-BE49-F238E27FC236}">
                <ns2:creationId id="{CCFE518E-509E-1CBC-CD51-2FF0C8B372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개발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ns2:creationId id="{45C7903F-E880-31D1-778F-E58FC12FB76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03905" y="1323310"/>
            <a:ext cx="966308" cy="24730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8" name="타원 77">
            <a:extLst>
              <a:ext uri="{FF2B5EF4-FFF2-40B4-BE49-F238E27FC236}">
                <ns2:creationId id="{33811A3F-7B94-8B0F-5484-E65689DF1BE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95127" y="1383393"/>
            <a:ext cx="122242" cy="1252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9" name="TextBox 78">
            <a:extLst>
              <a:ext uri="{FF2B5EF4-FFF2-40B4-BE49-F238E27FC236}">
                <ns2:creationId id="{25EAA952-BBB8-AFBB-D8AF-2F19033F24E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3145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ns2:creationId id="{EF8ED2CB-03C1-4A42-AD31-A67EDC1AEF3B}"/>
              </a:ext>
            </a:extLst>
          </p:cNvPr>
          <p:cNvGraphicFramePr/>
          <p:nvPr/>
        </p:nvGraphicFramePr>
        <p:xfrm>
          <a:off x="1098551" y="2534348"/>
          <a:ext cx="9931401" cy="277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69"/>
                <a:gridCol w="2268158"/>
                <a:gridCol w="2268158"/>
                <a:gridCol w="2268158"/>
                <a:gridCol w="2268158"/>
              </a:tblGrid>
              <a:tr h="694074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입력·결과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4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템플릿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ns2:creationId id="{739D676B-5081-34A1-8130-F015B910B8E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5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데이터 구축</a:t>
            </a:r>
          </a:p>
        </p:txBody>
      </p:sp>
      <p:sp>
        <p:nvSpPr>
          <p:cNvPr id="20" name="TextBox 19">
            <a:extLst>
              <a:ext uri="{FF2B5EF4-FFF2-40B4-BE49-F238E27FC236}">
                <ns2:creationId id="{E0D44250-8AF1-1CE1-2CBA-4BBBC15D73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370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예측 연결</a:t>
            </a:r>
          </a:p>
        </p:txBody>
      </p:sp>
      <p:sp>
        <p:nvSpPr>
          <p:cNvPr id="23" name="TextBox 22">
            <a:extLst>
              <a:ext uri="{FF2B5EF4-FFF2-40B4-BE49-F238E27FC236}">
                <ns2:creationId id="{48C5C9B5-7467-B679-73C6-01793AE883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2165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연동</a:t>
            </a:r>
          </a:p>
        </p:txBody>
      </p:sp>
      <p:sp>
        <p:nvSpPr>
          <p:cNvPr id="26" name="TextBox 25">
            <a:extLst>
              <a:ext uri="{FF2B5EF4-FFF2-40B4-BE49-F238E27FC236}">
                <ns2:creationId id="{4192D814-0D19-F56D-A67B-222D16FE959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3780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데모 확인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2EB805D4-E2CC-65EE-0CD0-AD9521D0A5B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57400" y="2733866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TextBox 66">
            <a:extLst>
              <a:ext uri="{FF2B5EF4-FFF2-40B4-BE49-F238E27FC236}">
                <ns2:creationId id="{7D68054D-0761-B140-3F53-8F15FA8C6C27}"/>
              </a:ext>
            </a:extLst>
          </p:cNvPr>
          <p:cNvSpPr>
            <a:spLocks noGrp="1"/>
          </p:cNvSpPr>
          <p:nvPr/>
        </p:nvSpPr>
        <p:spPr>
          <a:xfrm rot="0" flipH="1" flipV="0">
            <a:off x="2057400" y="2727198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사용 흐름 데모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ns2:creationId id="{1A26527B-2EE0-A68A-EF85-3E85134F22E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33875" y="3412712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ns2:creationId id="{0EAEF9F4-D451-EA59-4C7D-FC10C8ADC575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33875" y="3403378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이미지 확보·정제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ns2:creationId id="{429721BC-EF61-80DD-AEB0-28657250B21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19875" y="3411950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TextBox 92">
            <a:extLst>
              <a:ext uri="{FF2B5EF4-FFF2-40B4-BE49-F238E27FC236}">
                <ns2:creationId id="{9261799C-9FAC-8EFD-8592-B17D1BC0AFB7}"/>
              </a:ext>
            </a:extLst>
          </p:cNvPr>
          <p:cNvSpPr>
            <a:spLocks noGrp="1"/>
          </p:cNvSpPr>
          <p:nvPr/>
        </p:nvSpPr>
        <p:spPr>
          <a:xfrm rot="0" flipH="1" flipV="0">
            <a:off x="6619875" y="3405854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라벨·상품 매핑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ns2:creationId id="{94E5A885-9613-1CB4-580D-3F0FF6967FD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19875" y="4105561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TextBox 95">
            <a:extLst>
              <a:ext uri="{FF2B5EF4-FFF2-40B4-BE49-F238E27FC236}">
                <ns2:creationId id="{302949ED-8E97-5A3B-3E1D-E9AED9ED8B23}"/>
              </a:ext>
            </a:extLst>
          </p:cNvPr>
          <p:cNvSpPr>
            <a:spLocks noGrp="1"/>
          </p:cNvSpPr>
          <p:nvPr/>
        </p:nvSpPr>
        <p:spPr>
          <a:xfrm rot="0" flipH="1" flipV="0">
            <a:off x="6619875" y="4098893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모델 학습·평가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ns2:creationId id="{DDAF7C77-83FE-42A0-72E6-43879F36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905875" y="4811173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ns2:creationId id="{A1D1297D-EEBA-1820-3B54-897448B5D2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905875" y="4804505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정보 연결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3" name="">
            <a:extLst>
              <a:ext uri="{FF2B5EF4-FFF2-40B4-BE49-F238E27FC236}">
                <ns2:creationId id="{FF94959F-191A-4D2D-AF68-1C7FFF5780E9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0191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운영 설계  이미지 출처 · 동의·보관·삭제 · 학습 활용 기준</a:t>
            </a:r>
          </a:p>
        </p:txBody>
      </p:sp>
      <p:sp>
        <p:nvSpPr>
          <p:cNvPr id="104" name="RoomPick Header Korean">
            <a:extLst>
              <a:ext uri="{FF2B5EF4-FFF2-40B4-BE49-F238E27FC236}">
                <ns2:creationId id="{E625F084-8FF9-425A-AA15-4AB4154E7459}"/>
              </a:ext>
            </a:extLst>
          </p:cNvPr>
          <p:cNvSpPr>
            <a:spLocks noGrp="1"/>
          </p:cNvSpPr>
          <p:nvPr/>
        </p:nvSpPr>
        <p:spPr>
          <a:xfrm>
            <a:off x="952500" y="114300"/>
            <a:ext cx="31146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개발 계획과 설계 과제</a:t>
            </a:r>
          </a:p>
        </p:txBody>
      </p:sp>
      <p:sp>
        <p:nvSpPr>
          <p:cNvPr id="105" name="RoomPick Header English">
            <a:extLst>
              <a:ext uri="{FF2B5EF4-FFF2-40B4-BE49-F238E27FC236}">
                <ns2:creationId id="{05A4F313-8465-4C40-9762-CC7384AED734}"/>
              </a:ext>
            </a:extLst>
          </p:cNvPr>
          <p:cNvSpPr>
            <a:spLocks noGrp="1"/>
          </p:cNvSpPr>
          <p:nvPr/>
        </p:nvSpPr>
        <p:spPr>
          <a:xfrm>
            <a:off x="4200525" y="295275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Roadmap</a:t>
            </a:r>
          </a:p>
        </p:txBody>
      </p:sp>
    </p:spTree>
    <p:extLst>
      <p:ext uri="{BB962C8B-B14F-4D97-AF65-F5344CB8AC3E}">
        <ns3:creationId val="496484736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2026-10-14T03:09:38.1100000Z</dcterms:created>
  <dcterms:modified xsi:type="dcterms:W3CDTF">2026-10-14T03:09:38.1100000Z</dcterms:modified>
</coreProperties>
</file>