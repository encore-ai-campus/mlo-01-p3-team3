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704b9b72ba4b2c" /><Relationship Type="http://schemas.openxmlformats.org/officeDocument/2006/relationships/extended-properties" Target="/docProps/app.xml" Id="Re6f458671589464c" /><Relationship Type="http://schemas.openxmlformats.org/officeDocument/2006/relationships/officeDocument" Target="/ppt/presentation.xml" Id="R8c1e678561b740f4"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1d0671fe681c4a8e"/>
  </p:sldMasterIdLst>
  <p:notesMasterIdLst>
    <p:notesMasterId r:id="R7fc22f1003944fa2"/>
  </p:notesMasterIdLst>
  <p:sldIdLst>
    <p:sldId id="256" r:id="R927a606ac67342bc"/>
    <p:sldId id="257" r:id="R61524670d0c44ddf"/>
    <p:sldId id="258" r:id="Rfa4fc5a1a31845f4"/>
    <p:sldId id="259" r:id="R7244a68bfa804110"/>
    <p:sldId id="260" r:id="R8949d52d6c9f4bf5"/>
    <p:sldId id="261" r:id="Rddb1a71075654f0f"/>
    <p:sldId id="262" r:id="Rb2cac37af407470c"/>
    <p:sldId id="263" r:id="Rcc552a47301b4909"/>
    <p:sldId id="264" r:id="Rba76abdc10244d8d"/>
    <p:sldId id="265" r:id="R40fcbc7ee5524d83"/>
    <p:sldId id="266" r:id="R0ce2c915911e4a1f"/>
    <p:sldId id="267" r:id="R7e274ba567814d2d"/>
    <p:sldId id="268" r:id="R4da0446f874c4a71"/>
    <p:sldId id="270" r:id="R19f836da92704ffb"/>
    <p:sldId id="271" r:id="Refbca04765bf49a7"/>
    <p:sldId id="272" r:id="Rbb519a01f0964faa"/>
    <p:sldId id="273" r:id="R2074f12b696d4fb3"/>
    <p:sldId id="274" r:id="Rb341a803709a44f0"/>
    <p:sldId id="275" r:id="R2e16035fe322431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ns0:Relationships xmlns:ns0="http://schemas.openxmlformats.org/package/2006/relationships"><ns0:Relationship Type="http://schemas.openxmlformats.org/officeDocument/2006/relationships/theme" Target="/ppt/theme/theme1.xml" Id="Re17e0996759b40cf" /><ns0:Relationship Type="http://schemas.openxmlformats.org/officeDocument/2006/relationships/slideMaster" Target="/ppt/slideMasters/slideMaster1.xml" Id="R1d0671fe681c4a8e" /><ns0:Relationship Type="http://schemas.openxmlformats.org/officeDocument/2006/relationships/notesMaster" Target="/ppt/notesMasters/notesMaster1.xml" Id="R7fc22f1003944fa2" /><ns0:Relationship Type="http://schemas.openxmlformats.org/officeDocument/2006/relationships/presProps" Target="/ppt/presProps.xml" Id="Rc7a685977bf34fea" /><ns0:Relationship Type="http://schemas.openxmlformats.org/officeDocument/2006/relationships/viewProps" Target="/ppt/viewProps.xml" Id="R82b070eb5d6e4c0d" /><ns0:Relationship Type="http://schemas.openxmlformats.org/officeDocument/2006/relationships/tableStyles" Target="/ppt/tableStyles.xml" Id="R09da8fb3240e4406" /><ns0:Relationship Type="http://schemas.openxmlformats.org/officeDocument/2006/relationships/slide" Target="/ppt/slides/slide1.xml" Id="R927a606ac67342bc" /><ns0:Relationship Type="http://schemas.openxmlformats.org/officeDocument/2006/relationships/slide" Target="/ppt/slides/slide2.xml" Id="R61524670d0c44ddf" /><ns0:Relationship Type="http://schemas.openxmlformats.org/officeDocument/2006/relationships/slide" Target="/ppt/slides/slide3.xml" Id="Rfa4fc5a1a31845f4" /><ns0:Relationship Type="http://schemas.openxmlformats.org/officeDocument/2006/relationships/slide" Target="/ppt/slides/slide4.xml" Id="R7244a68bfa804110" /><ns0:Relationship Type="http://schemas.openxmlformats.org/officeDocument/2006/relationships/slide" Target="/ppt/slides/slide5.xml" Id="R8949d52d6c9f4bf5" /><ns0:Relationship Type="http://schemas.openxmlformats.org/officeDocument/2006/relationships/slide" Target="/ppt/slides/slide6.xml" Id="Rddb1a71075654f0f" /><ns0:Relationship Type="http://schemas.openxmlformats.org/officeDocument/2006/relationships/slide" Target="/ppt/slides/slide7.xml" Id="Rb2cac37af407470c" /><ns0:Relationship Type="http://schemas.openxmlformats.org/officeDocument/2006/relationships/slide" Target="/ppt/slides/slide8.xml" Id="Rcc552a47301b4909" /><ns0:Relationship Type="http://schemas.openxmlformats.org/officeDocument/2006/relationships/slide" Target="/ppt/slides/slide9.xml" Id="Rba76abdc10244d8d" /><ns0:Relationship Type="http://schemas.openxmlformats.org/officeDocument/2006/relationships/slide" Target="/ppt/slides/slide10.xml" Id="R40fcbc7ee5524d83" /><ns0:Relationship Type="http://schemas.openxmlformats.org/officeDocument/2006/relationships/slide" Target="/ppt/slides/slide11.xml" Id="R0ce2c915911e4a1f" /><ns0:Relationship Type="http://schemas.openxmlformats.org/officeDocument/2006/relationships/slide" Target="/ppt/slides/slide12.xml" Id="R7e274ba567814d2d" /><ns0:Relationship Type="http://schemas.openxmlformats.org/officeDocument/2006/relationships/slide" Target="/ppt/slides/slide13.xml" Id="R4da0446f874c4a71" /><ns0:Relationship Type="http://schemas.openxmlformats.org/officeDocument/2006/relationships/slide" Target="/ppt/slides/slide15.xml" Id="R19f836da92704ffb" /><ns0:Relationship Type="http://schemas.openxmlformats.org/officeDocument/2006/relationships/slide" Target="/ppt/slides/slide16.xml" Id="Refbca04765bf49a7" /><ns0:Relationship Type="http://schemas.openxmlformats.org/officeDocument/2006/relationships/slide" Target="/ppt/slides/slide17.xml" Id="Rbb519a01f0964faa" /><ns0:Relationship Type="http://schemas.openxmlformats.org/officeDocument/2006/relationships/slide" Target="/ppt/slides/slide18.xml" Id="R2074f12b696d4fb3" /><ns0:Relationship Type="http://schemas.openxmlformats.org/officeDocument/2006/relationships/slide" Target="/ppt/slides/slide19.xml" Id="Rb341a803709a44f0" /><ns0:Relationship Type="http://schemas.openxmlformats.org/officeDocument/2006/relationships/slide" Target="/ppt/slides/slide20.xml" Id="R2e16035fe3224319"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dd393fc68d42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테마">
  <a:themeElements>
    <a:clrScheme name="사용자 지정 1">
      <a:dk1>
        <a:sysClr val="windowText" lastClr="000000"/>
      </a:dk1>
      <a:lt1>
        <a:sysClr val="window" lastClr="FFFFFF"/>
      </a:lt1>
      <a:dk2>
        <a:srgbClr val="44546A"/>
      </a:dk2>
      <a:lt2>
        <a:srgbClr val="EDEEF3"/>
      </a:lt2>
      <a:accent1>
        <a:srgbClr val="7DC7FF"/>
      </a:accent1>
      <a:accent2>
        <a:srgbClr val="FF7F7F"/>
      </a:accent2>
      <a:accent3>
        <a:srgbClr val="AB73D5"/>
      </a:accent3>
      <a:accent4>
        <a:srgbClr val="F2E058"/>
      </a:accent4>
      <a:accent5>
        <a:srgbClr val="92D050"/>
      </a:accent5>
      <a:accent6>
        <a:srgbClr val="0070C0"/>
      </a:accent6>
      <a:hlink>
        <a:srgbClr val="0563C1"/>
      </a:hlink>
      <a:folHlink>
        <a:srgbClr val="954F72"/>
      </a:folHlink>
    </a:clrScheme>
    <a:fontScheme name="사용자 지정 602">
      <a:majorFont>
        <a:latin typeface="Noto Sans ExtraBold"/>
        <a:ea typeface="나눔스퀘어 네오 ExtraBold"/>
        <a:cs typeface=""/>
      </a:majorFont>
      <a:minorFont>
        <a:latin typeface="Noto Sans"/>
        <a:ea typeface="맑은 고딕"/>
        <a:cs typeface=""/>
      </a:minorFont>
    </a:fontScheme>
    <a:fmtScheme name="사용자 지정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b00ce2eb49463f" /><Relationship Type="http://schemas.openxmlformats.org/officeDocument/2006/relationships/notesMaster" Target="/ppt/notesMasters/notesMaster1.xml" Id="R63ed7fe7f92b46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4ffbeb82514615" /><Relationship Type="http://schemas.openxmlformats.org/officeDocument/2006/relationships/notesMaster" Target="/ppt/notesMasters/notesMaster1.xml" Id="Rf02a64f3ad2440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17df5ed9384a2f" /><Relationship Type="http://schemas.openxmlformats.org/officeDocument/2006/relationships/notesMaster" Target="/ppt/notesMasters/notesMaster1.xml" Id="R3457e7cec00b47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625507f784495f" /><Relationship Type="http://schemas.openxmlformats.org/officeDocument/2006/relationships/notesMaster" Target="/ppt/notesMasters/notesMaster1.xml" Id="R5781c1d76b094c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f9cb60c7fa4926" /><Relationship Type="http://schemas.openxmlformats.org/officeDocument/2006/relationships/notesMaster" Target="/ppt/notesMasters/notesMaster1.xml" Id="Rdcb8ea9def3147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632a198eb749f8" /><Relationship Type="http://schemas.openxmlformats.org/officeDocument/2006/relationships/notesMaster" Target="/ppt/notesMasters/notesMaster1.xml" Id="R610ce563af7744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03f64d012e4df9" /><Relationship Type="http://schemas.openxmlformats.org/officeDocument/2006/relationships/notesMaster" Target="/ppt/notesMasters/notesMaster1.xml" Id="R9d934e307c8a48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ced67c442740c2" /><Relationship Type="http://schemas.openxmlformats.org/officeDocument/2006/relationships/notesMaster" Target="/ppt/notesMasters/notesMaster1.xml" Id="R01766873f95646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1621967db143c4" /><Relationship Type="http://schemas.openxmlformats.org/officeDocument/2006/relationships/notesMaster" Target="/ppt/notesMasters/notesMaster1.xml" Id="Rd3b8feb9703544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d4f88202e14832" /><Relationship Type="http://schemas.openxmlformats.org/officeDocument/2006/relationships/notesMaster" Target="/ppt/notesMasters/notesMaster1.xml" Id="R7ce75291d0c742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90348b4ec4476a" /><Relationship Type="http://schemas.openxmlformats.org/officeDocument/2006/relationships/notesMaster" Target="/ppt/notesMasters/notesMaster1.xml" Id="R64865e9f24f749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117aab372e4925" /><Relationship Type="http://schemas.openxmlformats.org/officeDocument/2006/relationships/notesMaster" Target="/ppt/notesMasters/notesMaster1.xml" Id="Re565eb8927684a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5236e5d2e44029" /><Relationship Type="http://schemas.openxmlformats.org/officeDocument/2006/relationships/notesMaster" Target="/ppt/notesMasters/notesMaster1.xml" Id="R2f082af1858544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79774c81b54fed" /><Relationship Type="http://schemas.openxmlformats.org/officeDocument/2006/relationships/notesMaster" Target="/ppt/notesMasters/notesMaster1.xml" Id="R8ef9c77e6dee45b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455d30f6194590" /><Relationship Type="http://schemas.openxmlformats.org/officeDocument/2006/relationships/notesMaster" Target="/ppt/notesMasters/notesMaster1.xml" Id="R6a4bb539b8aa4d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4e5f68c67eb4a85" /><Relationship Type="http://schemas.openxmlformats.org/officeDocument/2006/relationships/notesMaster" Target="/ppt/notesMasters/notesMaster1.xml" Id="R3e263359bf26422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7da6c9f19af4bc0" /><Relationship Type="http://schemas.openxmlformats.org/officeDocument/2006/relationships/notesMaster" Target="/ppt/notesMasters/notesMaster1.xml" Id="Rbefd0cec256c4ab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486071b49c4326" /><Relationship Type="http://schemas.openxmlformats.org/officeDocument/2006/relationships/notesMaster" Target="/ppt/notesMasters/notesMaster1.xml" Id="Rfd9b6a448b4e485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661b064c5d14b5a" /><Relationship Type="http://schemas.openxmlformats.org/officeDocument/2006/relationships/notesMaster" Target="/ppt/notesMasters/notesMaster1.xml" Id="R4d73037428cc4ab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사진과 스케치 또는 텍스트로 원하는 공간을 표현하고, 템플릿 기반 결과에서 물체를 선택해 실제 유사 상품을 탐색하는 서비스를 목표로 한다. 발표의 기술 구성은 2026-10-14 설계 문서 기준이다. 팀원 이름과 역할은 개인이 작성한다.</a:t>
            </a:r>
          </a:p>
          <a:p>
            <a:r>
              <a:t/>
            </a:r>
          </a:p>
          <a:p>
            <a:r>
              <a:t>자료 근거</a:t>
            </a:r>
          </a:p>
          <a:p>
            <a:r>
              <a:t>C:/Users/playdata/Downloads/mlo-01-p3-team3-docs-design/mlo-01-p3-team3-docs-design/docs/BRD_3차.md#1-배경과-목표</a:t>
            </a:r>
          </a:p>
          <a:p>
            <a:r>
              <a:t>C:/Users/playdata/Downloads/mlo-01-p3-team3-docs-design/mlo-01-p3-team3-docs-design/docs/PRD_3차_초안.md#1-제품-목표와-핵심-원칙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기획 배경, 5명 팀 소개, 시스템 아키텍처, 서비스 소개와 사용 흐름, 프로젝트 범위를 설명한다. 이어 팀원별 개인 발표, 기대 효과, Q&amp;A 순으로 진행한다. 15~19장은 숨김 상태의 상세 참고 자료이며 담당 발표에 배분할 수 있다.</a:t>
            </a:r>
          </a:p>
          <a:p>
            <a:r>
              <a:t/>
            </a:r>
          </a:p>
          <a:p>
            <a:r>
              <a:t>자료 근거</a:t>
            </a:r>
          </a:p>
          <a:p>
            <a:r>
              <a:t>C:/Users/playdata/Downloads/mlo-01-p3-team3-docs-design/mlo-01-p3-team3-docs-design/docs/BRD_3차.md</a:t>
            </a:r>
          </a:p>
          <a:p>
            <a:r>
              <a:t>C:/Users/playdata/Downloads/mlo-01-p3-team3-docs-design/mlo-01-p3-team3-docs-design/docs/design/index.md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사업 문서의 사용자 문제 가설은 원하는 위치·형태를 그릴 수 있어도 상품명이나 검색어를 알기 어렵다는 점이다. 서비스는 공간 표현과 상품 탐색을 연결한다. 내부 시험 사용자와 운영자를 대상으로 한다. 가구, 거울, 러그, 큰 수납, 커튼/블라인드, 침구 완제품 등을 포함하고 작은 장식품이나 교체 부품 등은 제외한다. 시장 조사나 수요 검증을 완료한 결과로 제시하지 않는다.</a:t>
            </a:r>
          </a:p>
          <a:p>
            <a:r>
              <a:t/>
            </a:r>
          </a:p>
          <a:p>
            <a:r>
              <a:t>자료 근거</a:t>
            </a:r>
          </a:p>
          <a:p>
            <a:r>
              <a:t>C:/Users/playdata/Downloads/mlo-01-p3-team3-docs-design/mlo-01-p3-team3-docs-design/docs/BRD_3차.md#1-배경과-목표</a:t>
            </a:r>
          </a:p>
          <a:p>
            <a:r>
              <a:t>C:/Users/playdata/Downloads/mlo-01-p3-team3-docs-design/mlo-01-p3-team3-docs-design/docs/BRD_3차.md#2-대상-사용자</a:t>
            </a:r>
          </a:p>
          <a:p>
            <a:r>
              <a:t>C:/Users/playdata/Downloads/mlo-01-p3-team3-docs-design/mlo-01-p3-team3-docs-design/docs/BRD_3차.md#3-데이터-활용과-수집-범위</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팀원 5명의 이름, 담당 영역과 개인 발표 주제를 각자가 작성한다. 여기에서는 역할을 소개하고 진행 과정과 산출물은 개인 발표에서 설명한다.</a:t>
            </a:r>
          </a:p>
          <a:p>
            <a:r>
              <a:t/>
            </a:r>
          </a:p>
          <a:p>
            <a:r>
              <a:t>자료 근거</a:t>
            </a:r>
          </a:p>
          <a:p>
            <a:r>
              <a:t>C:/Users/playdata/Downloads/mlo-01-p3-team3-docs-design/mlo-01-p3-team3-docs-design/docs/design/index.md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첨부 문서의 전체 아키텍처 원본이다. 사용자 경험, Application과 별도 광고 서버의 책임, 사용자 요청과 독립적인 상품 준비 경로를 구분한다. Application은 입력 보존·공간 생성·결과 저장·화면과 이벤트를 담당한다. 광고 서버는 실제 상품 검색·순위·카드·다나와 이동 대상을 결정한다. Spark·Delta에서 상품을 정제하고 MySQL 카탈로그와 검색 인덱스를 미리 준비한다. 생성 Consumer는 Application과 같은 서버의 별도 프로세스이며 추론은 외부 API를 사용한다. 그림은 설치 완료 상태를 의미하지 않는다.</a:t>
            </a:r>
          </a:p>
          <a:p>
            <a:r>
              <a:t/>
            </a:r>
          </a:p>
          <a:p>
            <a:r>
              <a:t>자료 근거</a:t>
            </a:r>
          </a:p>
          <a:p>
            <a:r>
              <a:t>C:/Users/playdata/Downloads/mlo-01-p3-team3-docs-design/mlo-01-p3-team3-docs-design/docs/design/00-architecture.md</a:t>
            </a:r>
          </a:p>
          <a:p>
            <a:r>
              <a:t>C:/Users/playdata/Downloads/mlo-01-p3-team3-docs-design/mlo-01-p3-team3-docs-design/docs/design/assets/architecture-overview.png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템플릿은 실제 판매 상품과 구분되는 공간 표현 자료다. 실제 다나와 상품 이미지는 검색과 비교에 사용하며 공간 생성 재료로 직접 배치하지 않는다. 스케치 없이 텍스트만 입력하는 구성도 지원 범위다. 사진은 필수이고 스케치와 텍스트가 모두 비어 있으면 구성 요청을 차단한다. 추천 결과와 동일 제품이라는 보증이나 설치 가능성 보증을 제공하지 않는다. 기본 연결은 확인된 다나와 비교 페이지이며 검증된 직접 판매 링크는 선택 기능이다. 최종 가격과 판매 조건은 해당 페이지에서 확인한다.</a:t>
            </a:r>
          </a:p>
          <a:p>
            <a:r>
              <a:t/>
            </a:r>
          </a:p>
          <a:p>
            <a:r>
              <a:t>자료 근거</a:t>
            </a:r>
          </a:p>
          <a:p>
            <a:r>
              <a:t>C:/Users/playdata/Downloads/mlo-01-p3-team3-docs-design/mlo-01-p3-team3-docs-design/docs/PRD_3차_초안.md#1-제품-목표와-핵심-원칙</a:t>
            </a:r>
          </a:p>
          <a:p>
            <a:r>
              <a:t>C:/Users/playdata/Downloads/mlo-01-p3-team3-docs-design/mlo-01-p3-team3-docs-design/docs/PRD_3차_초안.md#2-사용자와-이용-시나리오</a:t>
            </a:r>
          </a:p>
          <a:p>
            <a:r>
              <a:t>C:/Users/playdata/Downloads/mlo-01-p3-team3-docs-design/mlo-01-p3-team3-docs-design/docs/design/09-product-links.md</a:t>
            </a:r>
          </a:p>
          <a:p>
            <a:r>
              <a:t>C:/Users/playdata/Downloads/mlo-01-p3-team3-docs-design/mlo-01-p3-team3-docs-design/docs/design/assets/product-link-decision.png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사진 업로드, 스케치/텍스트 입력, 템플릿 기반 생성, 물체 품목·영역 선택/수정, 실제 유사 상품 비교, 선택 또는 명시적 거절, 다나와 확인 순이다. 스케치 없이 텍스트만 입력하는 구성도 포함한다. 재추천과 링크 클릭은 공간 생성 API를 다시 호출하지 않는다. 잘못된 분석은 원래 결과와 사용자 수정 이력을 구분한다. 도식은 PRD의 이용 시나리오를 편집 가능한 순서도로 요약한 것이다.</a:t>
            </a:r>
          </a:p>
          <a:p>
            <a:r>
              <a:t/>
            </a:r>
          </a:p>
          <a:p>
            <a:r>
              <a:t>자료 근거</a:t>
            </a:r>
          </a:p>
          <a:p>
            <a:r>
              <a:t>C:/Users/playdata/Downloads/mlo-01-p3-team3-docs-design/mlo-01-p3-team3-docs-design/docs/PRD_3차_초안.md#2-사용자와-이용-시나리오</a:t>
            </a:r>
          </a:p>
          <a:p>
            <a:r>
              <a:t>C:/Users/playdata/Downloads/mlo-01-p3-team3-docs-design/mlo-01-p3-team3-docs-design/docs/PRD_3차_초안.md#fr-07-입력-수정재구성재추천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첨부 PRD의 포함 범위와 검증 기준을 정리했다. 실제 판매 상품 이미지를 공간에 직접 배치하는 기능, 결과 물체 이동/크기 조절/복제, 공간 사진 없는 탐색, 대화형 에이전트와 내부 주문/결제/배송, 유료 광고 계약과 과금은 3차 범위에서 제외한다. 템플릿 구성과 실제 유사 상품 추천, 다나와 비교 페이지 연결, 데이터 추적과 운영 복구를 핵심 범위로 둔다.</a:t>
            </a:r>
          </a:p>
          <a:p>
            <a:r>
              <a:t/>
            </a:r>
          </a:p>
          <a:p>
            <a:r>
              <a:t>자료 근거</a:t>
            </a:r>
          </a:p>
          <a:p>
            <a:r>
              <a:t>C:/Users/playdata/Downloads/mlo-01-p3-team3-docs-design/mlo-01-p3-team3-docs-design/docs/PRD_3차_초안.md#3-제품-범위</a:t>
            </a:r>
          </a:p>
          <a:p>
            <a:r>
              <a:t>C:/Users/playdata/Downloads/mlo-01-p3-team3-docs-design/mlo-01-p3-team3-docs-design/docs/PRD_3차_초안.md#5-기능-요구사항과-인수-조건</a:t>
            </a:r>
          </a:p>
          <a:p>
            <a:r>
              <a:t>C:/Users/playdata/Downloads/mlo-01-p3-team3-docs-design/mlo-01-p3-team3-docs-design/docs/design/index.md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개인 발표 양식. 본인이 맡은 문제와 목표, 직접 수행한 작업 범위, 다른 담당자와 주고받는 입력과 산출물을 작성한다. 필요에 따라 팀원별로 이 양식을 복제한다.</a:t>
            </a:r>
          </a:p>
          <a:p>
            <a:r>
              <a:t/>
            </a:r>
          </a:p>
          <a:p>
            <a:r>
              <a:t>자료 근거</a:t>
            </a:r>
          </a:p>
          <a:p>
            <a:r>
              <a:t>C:/Users/playdata/Downloads/mlo-01-p3-team3-docs-design/mlo-01-p3-team3-docs-design/docs/design/index.md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개인 발표 양식. 실제 화면, 데이터, 코드 또는 검증 결과를 위쪽 영역에 넣고 진행한 작업과 산출물을 핵심 위주로 설명한다. 구현하지 않은 작업을 완료한 실적으로 제시하지 않는다.</a:t>
            </a:r>
          </a:p>
          <a:p>
            <a:r>
              <a:t/>
            </a:r>
          </a:p>
          <a:p>
            <a:r>
              <a:t>자료 근거</a:t>
            </a:r>
          </a:p>
          <a:p>
            <a:r>
              <a:t>C:/Users/playdata/Downloads/mlo-01-p3-team3-docs-design/mlo-01-p3-team3-docs-design/docs/design/index.md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개인 발표 양식. 발견한 문제와 제약, 검토한 방법, 선택한 이유와 적용 과정, 해결 후 확인한 결과와 남은 한계를 설명한다.</a:t>
            </a:r>
          </a:p>
          <a:p>
            <a:r>
              <a:t/>
            </a:r>
          </a:p>
          <a:p>
            <a:r>
              <a:t>자료 근거</a:t>
            </a:r>
          </a:p>
          <a:p>
            <a:r>
              <a:t>C:/Users/playdata/Downloads/mlo-01-p3-team3-docs-design/mlo-01-p3-team3-docs-design/docs/design/index.md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개인 발표 양식. 실제 검증 방법과 확인한 결과를 근거와 함께 작성한다. 확인하지 못한 부분, 다음 작업과 연결 담당 영역을 구분한다.</a:t>
            </a:r>
          </a:p>
          <a:p>
            <a:r>
              <a:t/>
            </a:r>
          </a:p>
          <a:p>
            <a:r>
              <a:t>자료 근거</a:t>
            </a:r>
          </a:p>
          <a:p>
            <a:r>
              <a:t>C:/Users/playdata/Downloads/mlo-01-p3-team3-docs-design/mlo-01-p3-team3-docs-design/docs/design/index.md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사용자의 의도 표현과 실제 상품 탐색을 연결하는 것이 기대 효과다. 상품 노출 효과는 화면에 실제 표시된 상품의 노출과 선택·명시적 거절·비교 링크 클릭을 연결해 평가한다. 링크 클릭은 구매 완료나 매출로 집계하지 않는다. 추천 유사도 점수도 정확도 백분율이 아니다. 사용자 조사나 성능 시험에서 확인한 효과 수치는 문서에 없어 추가하지 않았다. 개인 발표 다음에 기대 효과를 설명하고 Q&amp;A로 마무리한다.</a:t>
            </a:r>
          </a:p>
          <a:p>
            <a:r>
              <a:t/>
            </a:r>
          </a:p>
          <a:p>
            <a:r>
              <a:t>자료 근거</a:t>
            </a:r>
          </a:p>
          <a:p>
            <a:r>
              <a:t>C:/Users/playdata/Downloads/mlo-01-p3-team3-docs-design/mlo-01-p3-team3-docs-design/docs/BRD_3차.md#1-배경과-목표</a:t>
            </a:r>
          </a:p>
          <a:p>
            <a:r>
              <a:t>C:/Users/playdata/Downloads/mlo-01-p3-team3-docs-design/mlo-01-p3-team3-docs-design/docs/BRD_3차.md#5-완료-기준</a:t>
            </a:r>
          </a:p>
          <a:p>
            <a:r>
              <a:t>C:/Users/playdata/Downloads/mlo-01-p3-team3-docs-design/mlo-01-p3-team3-docs-design/docs/PRD_3차_초안.md#8-비기능-요구사항</a:t>
            </a:r>
          </a:p>
          <a:p>
            <a:r>
              <a:t>C:/Users/playdata/Downloads/mlo-01-p3-team3-docs-design/mlo-01-p3-team3-docs-design/docs/design/07-ad-server.md#실제-노출과-반응</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기대 효과를 설명한 뒤 질의응답으로 마무리한다. 참고 슬라이드 15~19는 기본 슬라이드 쇼에서 숨겨져 있다. 구현 완료 상태와 설계 목표를 구분하고 필요한 질문에 참고 자료를 사용한다.</a:t>
            </a:r>
          </a:p>
          <a:p>
            <a:r>
              <a:t/>
            </a:r>
          </a:p>
          <a:p>
            <a:r>
              <a:t>자료 근거</a:t>
            </a:r>
          </a:p>
          <a:p>
            <a:r>
              <a:t>C:/Users/playdata/Downloads/mlo-01-p3-team3-docs-design/mlo-01-p3-team3-docs-design/docs/BRD_3차.md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초기에는 지원 품목의 템플릿을 특징 정의, 제작, 출처와 이용 범위 검수, 파일/버전 등록, 벡터 준비, 인덱스 등록 순으로 준비한다. 사용자 요청마다 템플릿을 새로 제작하지 않는다. 도매꾹 원본과 완성 템플릿, 다나와 서비스 상품 이미지는 역할과 인덱스 범위를 분리한다. 원본 이미지 보유만으로 생성/외부 전송 이용이 허용됐다고 간주하지 않는다. 템플릿 형태와 적용 방식은 구현 전 확정 사항이다.</a:t>
            </a:r>
          </a:p>
          <a:p>
            <a:r>
              <a:t/>
            </a:r>
          </a:p>
          <a:p>
            <a:r>
              <a:t>자료 근거</a:t>
            </a:r>
          </a:p>
          <a:p>
            <a:r>
              <a:t>C:/Users/playdata/Downloads/mlo-01-p3-team3-docs-design/mlo-01-p3-team3-docs-design/docs/design/08-template-generation.md#템플릿-제작과-등록</a:t>
            </a:r>
          </a:p>
          <a:p>
            <a:r>
              <a:t>C:/Users/playdata/Downloads/mlo-01-p3-team3-docs-design/mlo-01-p3-team3-docs-design/docs/design/10-domeggook-reuse.md</a:t>
            </a:r>
          </a:p>
          <a:p>
            <a:r>
              <a:t>C:/Users/playdata/Downloads/mlo-01-p3-team3-docs-design/mlo-01-p3-team3-docs-design/docs/BRD_3차.md#3-데이터-활용과-수집-범위</a:t>
            </a:r>
          </a:p>
          <a:p>
            <a:r>
              <a:t>C:/Users/playdata/Downloads/mlo-01-p3-team3-docs-design/mlo-01-p3-team3-docs-design/docs/design/assets/template-preparation-flow.png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문서에서 선택한 생성은 Cloudflare FLUX.2 klein 4B, 상품·템플릿·물체 임베딩은 gemini-embedding-2이다. Gemini 계열 멀티모달 API는 입력 해석과 결과 물체 분석을 담당한다. 해석·생성·임베딩은 별도 호출이고 FAISS는 벡터 검색 역할이다. 상품 이미지는 사용자 요청 전에 벡터화하고, 선택 물체의 크롭을 요청 때 같은 모델·차원·전처리로 벡터화한다. 품목·현재 상품 상태·이용 범위를 검증한 후보만 반환한다. 추천 실패는 완료된 생성 결과를 유지한다. 모델 존재/계정 호출/검색 품질은 문서의 설계와 별도로 검증해야 한다. 초기 생성 출력은 512×512 설계이며 모델 상세 가격이나 무료 처리량은 검증된 서비스 실적으로 제시하지 않았다.</a:t>
            </a:r>
          </a:p>
          <a:p>
            <a:r>
              <a:t/>
            </a:r>
          </a:p>
          <a:p>
            <a:r>
              <a:t>자료 근거</a:t>
            </a:r>
          </a:p>
          <a:p>
            <a:r>
              <a:t>C:/Users/playdata/Downloads/mlo-01-p3-team3-docs-design/mlo-01-p3-team3-docs-design/docs/design/04-application-ai.md#ai-모델-후보</a:t>
            </a:r>
          </a:p>
          <a:p>
            <a:r>
              <a:t>C:/Users/playdata/Downloads/mlo-01-p3-team3-docs-design/mlo-01-p3-team3-docs-design/docs/design/07-ad-server.md</a:t>
            </a:r>
          </a:p>
          <a:p>
            <a:r>
              <a:t>C:/Users/playdata/Downloads/mlo-01-p3-team3-docs-design/mlo-01-p3-team3-docs-design/docs/design/08-template-generation.md#생성-api와-해상도-계약</a:t>
            </a:r>
          </a:p>
          <a:p>
            <a:r>
              <a:t>C:/Users/playdata/Downloads/mlo-01-p3-team3-docs-design/mlo-01-p3-team3-docs-design/docs/design/assets/ad-recommendation-flow.png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사용자 입력은 불변 파일과 MySQL 입력 버전/Outbox에 먼저 접수하고 Spark의 Delta Bronze commit과 완료 확인을 대조한 뒤 AI를 시작한다. 인식 실패 입력도 원문과 사유를 유지한다. 상품 원천은 MongoDB, 사용자 원문은 MySQL/파일 저장소로 초기 보존 경로가 다르다. Kafka는 참조와 이벤트를 전달하며 원천의 유일 저장소가 아니다. 행동 Gold는 실제 화면 노출과 그 노출에 연결된 반응을 집계하고 event_id 재전달을 중복 집계하지 않는다. 목록 반환은 실제 노출이 아니며 링크 클릭은 구매 완료가 아니다. 보관/삭제 기간과 외부 AI 전송 정책은 구현 전에 확정해야 한다.</a:t>
            </a:r>
          </a:p>
          <a:p>
            <a:r>
              <a:t/>
            </a:r>
          </a:p>
          <a:p>
            <a:r>
              <a:t>자료 근거</a:t>
            </a:r>
          </a:p>
          <a:p>
            <a:r>
              <a:t>C:/Users/playdata/Downloads/mlo-01-p3-team3-docs-design/mlo-01-p3-team3-docs-design/docs/design/05-kafka-jobs.md#입력-bronze와-생성-단계-계약</a:t>
            </a:r>
          </a:p>
          <a:p>
            <a:r>
              <a:t>C:/Users/playdata/Downloads/mlo-01-p3-team3-docs-design/mlo-01-p3-team3-docs-design/docs/design/02-data-pipeline.md#사용자-행동-분석</a:t>
            </a:r>
          </a:p>
          <a:p>
            <a:r>
              <a:t>C:/Users/playdata/Downloads/mlo-01-p3-team3-docs-design/mlo-01-p3-team3-docs-design/docs/design/07-ad-server.md#실제-노출과-반응</a:t>
            </a:r>
          </a:p>
          <a:p>
            <a:r>
              <a:t>C:/Users/playdata/Downloads/mlo-01-p3-team3-docs-design/mlo-01-p3-team3-docs-design/docs/design/assets/input-bronze-gate.png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설계 문서의 인수 조건을 요약했다. AC-01~AC-15는 구현 후 입력, 보존, 생성, 물체 수정, 상품 범위, 추천, 링크, 재처리, 반응 집계와 운영을 확인한다. Bronze 보존 확인율 100%는 접수 입력 및 허용된 수집 성공 원천의 조회 가능성을 검증하는 목표다. 입력 거부와 접수 후 인식 실패를 구분한다. 유사도 점수는 정확도 백분율이 아니다. 처리 시간/동시 사용자/집계 지연과 추천 품질 목표값은 실제 시제품 측정 후 확정한다. MySQL·MongoDB 복제 구성은 설치/복구 시험 완료를 뜻하지 않으며 복제는 별도 백업을 대체하지 않는다.</a:t>
            </a:r>
          </a:p>
          <a:p>
            <a:r>
              <a:t/>
            </a:r>
          </a:p>
          <a:p>
            <a:r>
              <a:t>자료 근거</a:t>
            </a:r>
          </a:p>
          <a:p>
            <a:r>
              <a:t>C:/Users/playdata/Downloads/mlo-01-p3-team3-docs-design/mlo-01-p3-team3-docs-design/docs/PRD_3차_초안.md#8-비기능-요구사항</a:t>
            </a:r>
          </a:p>
          <a:p>
            <a:r>
              <a:t>C:/Users/playdata/Downloads/mlo-01-p3-team3-docs-design/mlo-01-p3-team3-docs-design/docs/PRD_3차_초안.md#10-인수-시나리오</a:t>
            </a:r>
          </a:p>
          <a:p>
            <a:r>
              <a:t>C:/Users/playdata/Downloads/mlo-01-p3-team3-docs-design/mlo-01-p3-team3-docs-design/docs/design/06-operations-migration.md#db-복제와-장애-복구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현재 설계는 로컬 18대 VM이며 MySQL Primary/Replica 2대, MongoDB 데이터·투표 멤버 3대, Kafka 3대, Spark 4대, Bastion 1대, Application 1대, 광고 서버 1대, NiFi 1대, 이미지/Delta 저장소 2대다. MySQL은 초기 GTID 비동기 복제와 수동 전환, MongoDB는 과반수 유지 시 자동 선출을 검증한다. 이미지·Delta 저장 VM 두 대를 S3로 대체하는 같은 역할 배치에서는 EC2 16대다. 실제 사양, IP와 물리 분산은 설치 전 확정한다. 이전은 현황 기록, AWS 준비, 쓰기 중단, DB/파일/로그 이전, Kafka 대조, 무결성 대조, 인덱스 검증, 작은 범위부터 재개 순이다. 이미지/원천/델타/백업을 포함하는 보관·삭제 정책과 외부 AI 전송 안내, 모델 계정 호출, 품질·자원·예산 상한은 검증 또는 확정 과제로 남는다. 확정 달력이나 구축 실적으로 제시하지 않는다.</a:t>
            </a:r>
          </a:p>
          <a:p>
            <a:r>
              <a:t/>
            </a:r>
          </a:p>
          <a:p>
            <a:r>
              <a:t>자료 근거</a:t>
            </a:r>
          </a:p>
          <a:p>
            <a:r>
              <a:t>C:/Users/playdata/Downloads/mlo-01-p3-team3-docs-design/mlo-01-p3-team3-docs-design/docs/design/01-infrastructure.md#기반-사양과-증설-상태</a:t>
            </a:r>
          </a:p>
          <a:p>
            <a:r>
              <a:t>C:/Users/playdata/Downloads/mlo-01-p3-team3-docs-design/mlo-01-p3-team3-docs-design/docs/design/01-infrastructure.md#db-다중화와-접속-계약</a:t>
            </a:r>
          </a:p>
          <a:p>
            <a:r>
              <a:t>C:/Users/playdata/Downloads/mlo-01-p3-team3-docs-design/mlo-01-p3-team3-docs-design/docs/design/06-operations-migration.md</a:t>
            </a:r>
          </a:p>
          <a:p>
            <a:r>
              <a:t>C:/Users/playdata/Downloads/mlo-01-p3-team3-docs-design/mlo-01-p3-team3-docs-design/docs/PRD_3차_초안.md#12-구현-전-확정-사항</a:t>
            </a:r>
          </a:p>
          <a:p>
            <a:r>
              <a:t>C:/Users/playdata/Downloads/mlo-01-p3-team3-docs-design/mlo-01-p3-team3-docs-design/docs/design/assets/aws-migration-stages.png</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3f61bbcd0040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8dde68e8564d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01fc0e5cac4b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6ebc8c29bf49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3f56992e364c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6581263e084cd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68b8b1deb0448b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4012c61e6044413" /></Relationships>
</file>

<file path=ppt/slideLayouts/slideLayout1.xml><?xml version="1.0" encoding="utf-8"?>
<p:sldLayout xmlns:a="http://schemas.openxmlformats.org/drawingml/2006/main" xmlns:ns2="http://schemas.microsoft.com/office/drawing/2014/main" xmlns:p="http://schemas.openxmlformats.org/presentationml/2006/main" preserve="1" userDrawn="1">
  <p:cSld name="제목 및 내용">
    <p:spTree>
      <p:nvGrpSpPr>
        <p:cNvPr id="1" name=""/>
        <p:cNvGrpSpPr/>
        <p:nvPr/>
      </p:nvGrpSpPr>
      <p:grpSpPr>
        <a:xfrm/>
      </p:grpSpPr>
      <p:sp>
        <p:nvSpPr>
          <p:cNvPr id="77" name="사각형: 둥근 위쪽 모서리 76">
            <a:extLst>
              <a:ext uri="{FF2B5EF4-FFF2-40B4-BE49-F238E27FC236}">
                <ns2:creationId id="{143C12C1-35ED-F463-79FD-82942D56D083}"/>
              </a:ext>
            </a:extLst>
          </p:cNvPr>
          <p:cNvSpPr>
            <a:spLocks noGrp="1"/>
          </p:cNvSpPr>
          <p:nvPr/>
        </p:nvSpPr>
        <p:spPr>
          <a:xfrm>
            <a:off x="0" y="0"/>
            <a:ext cx="12192000" cy="800100"/>
          </a:xfrm>
          <a:prstGeom prst="round2SameRect">
            <a:avLst>
              <a:gd name="adj1" fmla="val 0"/>
              <a:gd name="adj2" fmla="val 4027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제목 7">
            <a:extLst>
              <a:ext uri="{FF2B5EF4-FFF2-40B4-BE49-F238E27FC236}">
                <ns2:creationId id="{3F6A951D-3D65-9000-0260-5C5014872008}"/>
              </a:ext>
            </a:extLst>
          </p:cNvPr>
          <p:cNvSpPr>
            <a:spLocks noGrp="1"/>
          </p:cNvSpPr>
          <p:nvPr>
            <p:ph type="title" idx="0" hasCustomPrompt="1"/>
          </p:nvPr>
        </p:nvSpPr>
        <p:spPr>
          <a:xfrm>
            <a:off x="4197350" y="2065761"/>
            <a:ext cx="2915434" cy="2303040"/>
          </a:xfrm>
        </p:spPr>
        <p:txBody>
          <a:bodyPr lIns="0" anchor="t">
            <a:normAutofit/>
          </a:bodyPr>
          <a:lstStyle>
            <a:lvl1pPr algn="l">
              <a:lnSpc>
                <a:spcPct val="100000"/>
              </a:lnSpc>
              <a:buNone/>
              <a:defRPr sz="4000">
                <a:solidFill>
                  <a:schemeClr val="tx1"/>
                </a:solidFill>
              </a:defRPr>
            </a:lvl1pPr>
          </a:lstStyle>
          <a:p>
            <a:r>
              <a:t>Insert title here</a:t>
            </a:r>
            <a:endParaRPr/>
          </a:p>
        </p:txBody>
      </p:sp>
      <p:sp>
        <p:nvSpPr>
          <p:cNvPr id="15" name="타원 14">
            <a:extLst>
              <a:ext uri="{FF2B5EF4-FFF2-40B4-BE49-F238E27FC236}">
                <ns2:creationId id="{9A48DA82-B79B-8F2C-55EA-D45C58E5141D}"/>
              </a:ext>
            </a:extLst>
          </p:cNvPr>
          <p:cNvSpPr>
            <a:spLocks noGrp="1"/>
          </p:cNvSpPr>
          <p:nvPr/>
        </p:nvSpPr>
        <p:spPr>
          <a:xfrm rot="0" flipH="0" flipV="0">
            <a:off x="280290" y="352477"/>
            <a:ext cx="95146" cy="9514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타원 15">
            <a:extLst>
              <a:ext uri="{FF2B5EF4-FFF2-40B4-BE49-F238E27FC236}">
                <ns2:creationId id="{25CE4574-48AC-B44C-7DF2-D6AEF1990849}"/>
              </a:ext>
            </a:extLst>
          </p:cNvPr>
          <p:cNvSpPr>
            <a:spLocks noGrp="1"/>
          </p:cNvSpPr>
          <p:nvPr/>
        </p:nvSpPr>
        <p:spPr>
          <a:xfrm rot="0" flipH="0" flipV="0">
            <a:off x="443157" y="352477"/>
            <a:ext cx="95146" cy="9514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타원 16">
            <a:extLst>
              <a:ext uri="{FF2B5EF4-FFF2-40B4-BE49-F238E27FC236}">
                <ns2:creationId id="{6693385C-3B63-0AFC-EC60-0A5047F8FC6B}"/>
              </a:ext>
            </a:extLst>
          </p:cNvPr>
          <p:cNvSpPr>
            <a:spLocks noGrp="1"/>
          </p:cNvSpPr>
          <p:nvPr/>
        </p:nvSpPr>
        <p:spPr>
          <a:xfrm rot="0" flipH="0" flipV="0">
            <a:off x="603095" y="352477"/>
            <a:ext cx="95146" cy="95146"/>
          </a:xfrm>
          <a:prstGeom prst="ellipse">
            <a:avLst/>
          </a:prstGeom>
          <a:solidFill>
            <a:srgbClr val="00C85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extBox 1">
            <a:extLst>
              <a:ext uri="{FF2B5EF4-FFF2-40B4-BE49-F238E27FC236}">
                <ns2:creationId id="{18E73BCA-3487-6D78-394A-8CB24D24E269}"/>
              </a:ext>
            </a:extLst>
          </p:cNvPr>
          <p:cNvSpPr>
            <a:spLocks noGrp="1"/>
          </p:cNvSpPr>
          <p:nvPr/>
        </p:nvSpPr>
        <p:spPr>
          <a:xfrm flipH="1">
            <a:off x="9090750" y="269244"/>
            <a:ext cx="2820960" cy="261610"/>
          </a:xfrm>
          <a:prstGeom prst="rect">
            <a:avLst/>
          </a:prstGeom>
          <a:noFill/>
        </p:spPr>
        <p:txBody>
          <a:bodyPr wrap="square">
            <a:spAutoFit/>
          </a:bodyPr>
          <a:lstStyle/>
          <a:p>
            <a:pPr algn="r">
              <a:buNone/>
            </a:pPr>
            <a:r>
              <a:rPr sz="1100"/>
              <a:t>RoomPick</a:t>
            </a:r>
            <a:endParaRPr sz="1100"/>
          </a:p>
        </p:txBody>
      </p:sp>
    </p:spTree>
  </p:cSld>
</p:sldLayout>
</file>

<file path=ppt/slideLayouts/slideLayout2.xml><?xml version="1.0" encoding="utf-8"?>
<p:sldLayout xmlns:p="http://schemas.openxmlformats.org/presentationml/2006/main" preserve="1" userDrawn="1">
  <p:cSld name="1_제목 및 내용">
    <p:spTree>
      <p:nvGrpSpPr>
        <p:cNvPr id="1" name=""/>
        <p:cNvGrpSpPr/>
        <p:nvPr/>
      </p:nvGrpSpPr>
      <p:grpSpPr>
        <a:xfrm xmlns:a="http://schemas.openxmlformats.org/drawingml/2006/main"/>
      </p:grpSpPr>
      <p:sp>
        <p:nvSpPr>
          <p:cNvPr id="5" name="그림 개체 틀 8">
            <a:extLst xmlns:a="http://schemas.openxmlformats.org/drawingml/2006/main">
              <a:ext uri="{FF2B5EF4-FFF2-40B4-BE49-F238E27FC236}">
                <a16:creationId xmlns:a16="http://schemas.microsoft.com/office/drawing/2014/main" id="{5576FC0B-28E5-2AC3-8AC6-91131FD0D45E}"/>
              </a:ext>
            </a:extLst>
          </p:cNvPr>
          <p:cNvSpPr>
            <a:spLocks xmlns:a="http://schemas.openxmlformats.org/drawingml/2006/main" noGrp="1"/>
          </p:cNvSpPr>
          <p:nvPr>
            <p:ph type="pic" idx="13"/>
          </p:nvPr>
        </p:nvSpPr>
        <p:spPr>
          <a:xfrm xmlns:a="http://schemas.openxmlformats.org/drawingml/2006/main">
            <a:off x="798951" y="3247736"/>
            <a:ext cx="5951100" cy="2728791"/>
          </a:xfrm>
          <a:prstGeom xmlns:a="http://schemas.openxmlformats.org/drawingml/2006/main" prst="roundRect">
            <a:avLst>
              <a:gd name="adj" fmla="val 8121"/>
            </a:avLst>
          </a:prstGeom>
        </p:spPr>
        <p:txBody>
          <a:bodyPr xmlns:a="http://schemas.openxmlformats.org/drawingml/2006/main" wrap="square">
            <a:noAutofit/>
          </a:bodyPr>
          <a:lstStyle xmlns:a="http://schemas.openxmlformats.org/drawingml/2006/main"/>
          <a:p xmlns:a="http://schemas.openxmlformats.org/drawingml/2006/main">
            <a:endParaRPr/>
          </a:p>
        </p:txBody>
      </p:sp>
    </p:spTree>
  </p:cSld>
</p:sldLayout>
</file>

<file path=ppt/slideLayouts/slideLayout3.xml><?xml version="1.0" encoding="utf-8"?>
<p:sldLayout xmlns:p="http://schemas.openxmlformats.org/presentationml/2006/main" preserve="1" userDrawn="1">
  <p:cSld name="사용자 지정 레이아웃">
    <p:spTree>
      <p:nvGrpSpPr>
        <p:cNvPr id="1" name=""/>
        <p:cNvGrpSpPr/>
        <p:nvPr/>
      </p:nvGrpSpPr>
      <p:grpSpPr>
        <a:xfrm xmlns:a="http://schemas.openxmlformats.org/drawingml/2006/main"/>
      </p:grpSpPr>
      <p:sp>
        <p:nvSpPr>
          <p:cNvPr id="8" name="그림 개체 틀 8">
            <a:extLst xmlns:a="http://schemas.openxmlformats.org/drawingml/2006/main">
              <a:ext uri="{FF2B5EF4-FFF2-40B4-BE49-F238E27FC236}">
                <a16:creationId xmlns:a16="http://schemas.microsoft.com/office/drawing/2014/main" id="{0B0B668E-E4B9-2422-3B64-D4CFDC81578C}"/>
              </a:ext>
            </a:extLst>
          </p:cNvPr>
          <p:cNvSpPr>
            <a:spLocks xmlns:a="http://schemas.openxmlformats.org/drawingml/2006/main" noGrp="1"/>
          </p:cNvSpPr>
          <p:nvPr>
            <p:ph type="pic" idx="13"/>
          </p:nvPr>
        </p:nvSpPr>
        <p:spPr>
          <a:xfrm xmlns:a="http://schemas.openxmlformats.org/drawingml/2006/main">
            <a:off x="6384924" y="2530825"/>
            <a:ext cx="4717715" cy="1517888"/>
          </a:xfrm>
          <a:prstGeom xmlns:a="http://schemas.openxmlformats.org/drawingml/2006/main" prst="roundRect">
            <a:avLst>
              <a:gd name="adj" fmla="val 8121"/>
            </a:avLst>
          </a:prstGeom>
        </p:spPr>
        <p:txBody>
          <a:bodyPr xmlns:a="http://schemas.openxmlformats.org/drawingml/2006/main" wrap="square">
            <a:noAutofit/>
          </a:bodyPr>
          <a:lstStyle xmlns:a="http://schemas.openxmlformats.org/drawingml/2006/main"/>
          <a:p xmlns:a="http://schemas.openxmlformats.org/drawingml/2006/main">
            <a:endParaRPr/>
          </a:p>
        </p:txBody>
      </p:sp>
      <p:sp>
        <p:nvSpPr>
          <p:cNvPr id="9" name="그림 개체 틀 8">
            <a:extLst xmlns:a="http://schemas.openxmlformats.org/drawingml/2006/main">
              <a:ext uri="{FF2B5EF4-FFF2-40B4-BE49-F238E27FC236}">
                <a16:creationId xmlns:a16="http://schemas.microsoft.com/office/drawing/2014/main" id="{D203A70A-C919-5F22-5AA7-8DA5945EFAD5}"/>
              </a:ext>
            </a:extLst>
          </p:cNvPr>
          <p:cNvSpPr>
            <a:spLocks xmlns:a="http://schemas.openxmlformats.org/drawingml/2006/main" noGrp="1"/>
          </p:cNvSpPr>
          <p:nvPr>
            <p:ph type="pic" idx="14"/>
          </p:nvPr>
        </p:nvSpPr>
        <p:spPr>
          <a:xfrm xmlns:a="http://schemas.openxmlformats.org/drawingml/2006/main">
            <a:off x="6384924" y="4560072"/>
            <a:ext cx="4717715" cy="1517888"/>
          </a:xfrm>
          <a:prstGeom xmlns:a="http://schemas.openxmlformats.org/drawingml/2006/main" prst="roundRect">
            <a:avLst>
              <a:gd name="adj" fmla="val 8121"/>
            </a:avLst>
          </a:prstGeom>
        </p:spPr>
        <p:txBody>
          <a:bodyPr xmlns:a="http://schemas.openxmlformats.org/drawingml/2006/main" wrap="square">
            <a:noAutofit/>
          </a:bodyPr>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preserve="1" userDrawn="1">
  <p:cSld name="1_사용자 지정 레이아웃">
    <p:spTree>
      <p:nvGrpSpPr>
        <p:cNvPr id="1" name=""/>
        <p:cNvGrpSpPr/>
        <p:nvPr/>
      </p:nvGrpSpPr>
      <p:grpSpPr>
        <a:xfrm xmlns:a="http://schemas.openxmlformats.org/drawingml/2006/main"/>
      </p:grpSpPr>
      <p:sp>
        <p:nvSpPr>
          <p:cNvPr id="18" name="그림 개체 틀 8">
            <a:extLst xmlns:a="http://schemas.openxmlformats.org/drawingml/2006/main">
              <a:ext uri="{FF2B5EF4-FFF2-40B4-BE49-F238E27FC236}">
                <a16:creationId xmlns:a16="http://schemas.microsoft.com/office/drawing/2014/main" id="{A137D7EB-1C79-0FF1-9E53-1C1D19DCB701}"/>
              </a:ext>
            </a:extLst>
          </p:cNvPr>
          <p:cNvSpPr>
            <a:spLocks xmlns:a="http://schemas.openxmlformats.org/drawingml/2006/main" noGrp="1"/>
          </p:cNvSpPr>
          <p:nvPr>
            <p:ph type="pic" idx="15"/>
          </p:nvPr>
        </p:nvSpPr>
        <p:spPr>
          <a:xfrm xmlns:a="http://schemas.openxmlformats.org/drawingml/2006/main">
            <a:off x="6453173" y="2600637"/>
            <a:ext cx="4716000" cy="1977714"/>
          </a:xfrm>
          <a:prstGeom xmlns:a="http://schemas.openxmlformats.org/drawingml/2006/main" prst="roundRect">
            <a:avLst>
              <a:gd name="adj" fmla="val 8121"/>
            </a:avLst>
          </a:prstGeom>
        </p:spPr>
        <p:txBody>
          <a:bodyPr xmlns:a="http://schemas.openxmlformats.org/drawingml/2006/main" wrap="square">
            <a:noAutofit/>
          </a:bodyPr>
          <a:lstStyle xmlns:a="http://schemas.openxmlformats.org/drawingml/2006/main"/>
          <a:p xmlns:a="http://schemas.openxmlformats.org/drawingml/2006/main">
            <a:endParaRPr/>
          </a:p>
        </p:txBody>
      </p:sp>
      <p:sp>
        <p:nvSpPr>
          <p:cNvPr id="7" name="그림 개체 틀 8">
            <a:extLst xmlns:a="http://schemas.openxmlformats.org/drawingml/2006/main">
              <a:ext uri="{FF2B5EF4-FFF2-40B4-BE49-F238E27FC236}">
                <a16:creationId xmlns:a16="http://schemas.microsoft.com/office/drawing/2014/main" id="{59F87161-266F-48EE-6BF6-62A0136E84C4}"/>
              </a:ext>
            </a:extLst>
          </p:cNvPr>
          <p:cNvSpPr>
            <a:spLocks xmlns:a="http://schemas.openxmlformats.org/drawingml/2006/main" noGrp="1"/>
          </p:cNvSpPr>
          <p:nvPr>
            <p:ph type="pic" idx="13"/>
          </p:nvPr>
        </p:nvSpPr>
        <p:spPr>
          <a:xfrm xmlns:a="http://schemas.openxmlformats.org/drawingml/2006/main">
            <a:off x="1022829" y="2600637"/>
            <a:ext cx="4716000" cy="1977714"/>
          </a:xfrm>
          <a:prstGeom xmlns:a="http://schemas.openxmlformats.org/drawingml/2006/main" prst="roundRect">
            <a:avLst>
              <a:gd name="adj" fmla="val 8121"/>
            </a:avLst>
          </a:prstGeom>
        </p:spPr>
        <p:txBody>
          <a:bodyPr xmlns:a="http://schemas.openxmlformats.org/drawingml/2006/main" wrap="square">
            <a:noAutofit/>
          </a:bodyPr>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preserve="1" userDrawn="1">
  <p:cSld name="3_사용자 지정 레이아웃">
    <p:spTree>
      <p:nvGrpSpPr>
        <p:cNvPr id="1" name=""/>
        <p:cNvGrpSpPr/>
        <p:nvPr/>
      </p:nvGrpSpPr>
      <p:grpSpPr>
        <a:xfrm xmlns:a="http://schemas.openxmlformats.org/drawingml/2006/main"/>
      </p:grpSpPr>
      <p:sp>
        <p:nvSpPr>
          <p:cNvPr id="18" name="그림 개체 틀 8">
            <a:extLst xmlns:a="http://schemas.openxmlformats.org/drawingml/2006/main">
              <a:ext uri="{FF2B5EF4-FFF2-40B4-BE49-F238E27FC236}">
                <a16:creationId xmlns:a16="http://schemas.microsoft.com/office/drawing/2014/main" id="{A137D7EB-1C79-0FF1-9E53-1C1D19DCB701}"/>
              </a:ext>
            </a:extLst>
          </p:cNvPr>
          <p:cNvSpPr>
            <a:spLocks xmlns:a="http://schemas.openxmlformats.org/drawingml/2006/main" noGrp="1"/>
          </p:cNvSpPr>
          <p:nvPr>
            <p:ph type="pic" idx="15"/>
          </p:nvPr>
        </p:nvSpPr>
        <p:spPr>
          <a:xfrm xmlns:a="http://schemas.openxmlformats.org/drawingml/2006/main">
            <a:off x="6453173" y="2336156"/>
            <a:ext cx="4716000" cy="2987363"/>
          </a:xfrm>
          <a:prstGeom xmlns:a="http://schemas.openxmlformats.org/drawingml/2006/main" prst="roundRect">
            <a:avLst>
              <a:gd name="adj" fmla="val 6431"/>
            </a:avLst>
          </a:prstGeom>
        </p:spPr>
        <p:txBody>
          <a:bodyPr xmlns:a="http://schemas.openxmlformats.org/drawingml/2006/main" wrap="square">
            <a:noAutofit/>
          </a:bodyPr>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preserve="1" userDrawn="1">
  <p:cSld name="2_사용자 지정 레이아웃">
    <p:spTree>
      <p:nvGrpSpPr>
        <p:cNvPr id="1" name=""/>
        <p:cNvGrpSpPr/>
        <p:nvPr/>
      </p:nvGrpSpPr>
      <p:grpSpPr>
        <a:xfrm xmlns:a="http://schemas.openxmlformats.org/drawingml/2006/main"/>
      </p:grpSpPr>
      <p:sp>
        <p:nvSpPr>
          <p:cNvPr id="7" name="그림 개체 틀 8">
            <a:extLst xmlns:a="http://schemas.openxmlformats.org/drawingml/2006/main">
              <a:ext uri="{FF2B5EF4-FFF2-40B4-BE49-F238E27FC236}">
                <a16:creationId xmlns:a16="http://schemas.microsoft.com/office/drawing/2014/main" id="{59F87161-266F-48EE-6BF6-62A0136E84C4}"/>
              </a:ext>
            </a:extLst>
          </p:cNvPr>
          <p:cNvSpPr>
            <a:spLocks xmlns:a="http://schemas.openxmlformats.org/drawingml/2006/main" noGrp="1"/>
          </p:cNvSpPr>
          <p:nvPr>
            <p:ph type="pic" idx="13"/>
          </p:nvPr>
        </p:nvSpPr>
        <p:spPr>
          <a:xfrm xmlns:a="http://schemas.openxmlformats.org/drawingml/2006/main">
            <a:off x="1022829" y="2600636"/>
            <a:ext cx="5541615" cy="3502844"/>
          </a:xfrm>
          <a:prstGeom xmlns:a="http://schemas.openxmlformats.org/drawingml/2006/main" prst="roundRect">
            <a:avLst>
              <a:gd name="adj" fmla="val 7000"/>
            </a:avLst>
          </a:prstGeom>
        </p:spPr>
        <p:txBody>
          <a:bodyPr xmlns:a="http://schemas.openxmlformats.org/drawingml/2006/main" wrap="square">
            <a:noAutofit/>
          </a:bodyPr>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preserve="1" userDrawn="1">
  <p:cSld name="4_사용자 지정 레이아웃">
    <p:spTree>
      <p:nvGrpSpPr>
        <p:cNvPr id="1" name=""/>
        <p:cNvGrpSpPr/>
        <p:nvPr/>
      </p:nvGrpSpPr>
      <p:grpSpPr>
        <a:xfrm xmlns:a="http://schemas.openxmlformats.org/drawingml/2006/main"/>
      </p:grpSpPr>
      <p:sp>
        <p:nvSpPr>
          <p:cNvPr id="7" name="그림 개체 틀 8">
            <a:extLst xmlns:a="http://schemas.openxmlformats.org/drawingml/2006/main">
              <a:ext uri="{FF2B5EF4-FFF2-40B4-BE49-F238E27FC236}">
                <a16:creationId xmlns:a16="http://schemas.microsoft.com/office/drawing/2014/main" id="{59F87161-266F-48EE-6BF6-62A0136E84C4}"/>
              </a:ext>
            </a:extLst>
          </p:cNvPr>
          <p:cNvSpPr>
            <a:spLocks xmlns:a="http://schemas.openxmlformats.org/drawingml/2006/main" noGrp="1"/>
          </p:cNvSpPr>
          <p:nvPr>
            <p:ph type="pic" idx="13"/>
          </p:nvPr>
        </p:nvSpPr>
        <p:spPr>
          <a:xfrm xmlns:a="http://schemas.openxmlformats.org/drawingml/2006/main">
            <a:off x="6413500" y="2626036"/>
            <a:ext cx="4754694" cy="1644501"/>
          </a:xfrm>
          <a:prstGeom xmlns:a="http://schemas.openxmlformats.org/drawingml/2006/main" prst="roundRect">
            <a:avLst>
              <a:gd name="adj" fmla="val 7000"/>
            </a:avLst>
          </a:prstGeom>
        </p:spPr>
        <p:txBody>
          <a:bodyPr xmlns:a="http://schemas.openxmlformats.org/drawingml/2006/main" wrap="square">
            <a:noAutofit/>
          </a:bodyPr>
          <a:lstStyle xmlns:a="http://schemas.openxmlformats.org/drawingml/2006/main"/>
          <a:p xmlns:a="http://schemas.openxmlformats.org/drawingml/2006/main">
            <a:endParaRPr/>
          </a:p>
        </p:txBody>
      </p:sp>
      <p:sp>
        <p:nvSpPr>
          <p:cNvPr id="4" name="그림 개체 틀 8">
            <a:extLst xmlns:a="http://schemas.openxmlformats.org/drawingml/2006/main">
              <a:ext uri="{FF2B5EF4-FFF2-40B4-BE49-F238E27FC236}">
                <a16:creationId xmlns:a16="http://schemas.microsoft.com/office/drawing/2014/main" id="{45012550-5CF2-059C-1517-850AF70C9390}"/>
              </a:ext>
            </a:extLst>
          </p:cNvPr>
          <p:cNvSpPr>
            <a:spLocks xmlns:a="http://schemas.openxmlformats.org/drawingml/2006/main" noGrp="1"/>
          </p:cNvSpPr>
          <p:nvPr>
            <p:ph type="pic" idx="14"/>
          </p:nvPr>
        </p:nvSpPr>
        <p:spPr>
          <a:xfrm xmlns:a="http://schemas.openxmlformats.org/drawingml/2006/main">
            <a:off x="6413500" y="4464199"/>
            <a:ext cx="4754694" cy="1644501"/>
          </a:xfrm>
          <a:prstGeom xmlns:a="http://schemas.openxmlformats.org/drawingml/2006/main" prst="roundRect">
            <a:avLst>
              <a:gd name="adj" fmla="val 7000"/>
            </a:avLst>
          </a:prstGeom>
        </p:spPr>
        <p:txBody>
          <a:bodyPr xmlns:a="http://schemas.openxmlformats.org/drawingml/2006/main" wrap="square">
            <a:noAutofit/>
          </a:bodyPr>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preserve="1" userDrawn="1">
  <p:cSld name="구역 머리글">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58f4695ba14520" /><Relationship Type="http://schemas.openxmlformats.org/officeDocument/2006/relationships/slideLayout" Target="/ppt/slideLayouts/slideLayout1.xml" Id="Rfbd40559a1d340b3" /><Relationship Type="http://schemas.openxmlformats.org/officeDocument/2006/relationships/slideLayout" Target="/ppt/slideLayouts/slideLayout2.xml" Id="R3e3e5e3c2ef844ed" /><Relationship Type="http://schemas.openxmlformats.org/officeDocument/2006/relationships/slideLayout" Target="/ppt/slideLayouts/slideLayout3.xml" Id="R4e2a307a092942e7" /><Relationship Type="http://schemas.openxmlformats.org/officeDocument/2006/relationships/slideLayout" Target="/ppt/slideLayouts/slideLayout4.xml" Id="R21a48e1da58f4a32" /><Relationship Type="http://schemas.openxmlformats.org/officeDocument/2006/relationships/slideLayout" Target="/ppt/slideLayouts/slideLayout5.xml" Id="Rf242537e8ed04c65" /><Relationship Type="http://schemas.openxmlformats.org/officeDocument/2006/relationships/slideLayout" Target="/ppt/slideLayouts/slideLayout6.xml" Id="R7fa4df17e3f440e0" /><Relationship Type="http://schemas.openxmlformats.org/officeDocument/2006/relationships/slideLayout" Target="/ppt/slideLayouts/slideLayout7.xml" Id="Rbc26e4733fef4389" /><Relationship Type="http://schemas.openxmlformats.org/officeDocument/2006/relationships/slideLayout" Target="/ppt/slideLayouts/slideLayout8.xml" Id="Rc1df8a564a6746c0" /></Relationships>
</file>

<file path=ppt/slideMasters/slideMaster1.xml><?xml version="1.0" encoding="utf-8"?>
<p:sldMaster xmlns:a="http://schemas.openxmlformats.org/drawingml/2006/main" xmlns:ns2="http://schemas.microsoft.com/office/drawing/2014/main" xmlns:ns3="http://schemas.openxmlformats.org/officeDocument/2006/relationships" xmlns:p="http://schemas.openxmlformats.org/presentationml/2006/main">
  <p:cSld>
    <p:bg>
      <p:bgRef idx="1001">
        <a:schemeClr val="bg1"/>
      </p:bgRef>
    </p:bg>
    <p:spTree>
      <p:nvGrpSpPr>
        <p:cNvPr id="1" name=""/>
        <p:cNvGrpSpPr/>
        <p:nvPr/>
      </p:nvGrpSpPr>
      <p:grpSpPr>
        <a:xfrm/>
      </p:grpSpPr>
      <p:sp>
        <p:nvSpPr>
          <p:cNvPr id="7" name="사각형: 둥근 위쪽 모서리 6">
            <a:extLst>
              <a:ext uri="{FF2B5EF4-FFF2-40B4-BE49-F238E27FC236}">
                <ns2:creationId id="{45340A89-2346-2750-D03A-70220784C87B}"/>
              </a:ext>
            </a:extLst>
          </p:cNvPr>
          <p:cNvSpPr>
            <a:spLocks noGrp="1"/>
          </p:cNvSpPr>
          <p:nvPr/>
        </p:nvSpPr>
        <p:spPr>
          <a:xfrm>
            <a:off x="0" y="0"/>
            <a:ext cx="12192000" cy="800100"/>
          </a:xfrm>
          <a:prstGeom prst="round2SameRect">
            <a:avLst>
              <a:gd name="adj1" fmla="val 0"/>
              <a:gd name="adj2" fmla="val 4027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타원 8">
            <a:extLst>
              <a:ext uri="{FF2B5EF4-FFF2-40B4-BE49-F238E27FC236}">
                <ns2:creationId id="{C3AA1FD6-C124-89F5-F2BC-C96C28168540}"/>
              </a:ext>
            </a:extLst>
          </p:cNvPr>
          <p:cNvSpPr>
            <a:spLocks noGrp="1"/>
          </p:cNvSpPr>
          <p:nvPr/>
        </p:nvSpPr>
        <p:spPr>
          <a:xfrm rot="0" flipH="0" flipV="0">
            <a:off x="280290" y="352477"/>
            <a:ext cx="95146" cy="9514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타원 9">
            <a:extLst>
              <a:ext uri="{FF2B5EF4-FFF2-40B4-BE49-F238E27FC236}">
                <ns2:creationId id="{3E36975F-E386-EE66-AE60-07CC656FBF3C}"/>
              </a:ext>
            </a:extLst>
          </p:cNvPr>
          <p:cNvSpPr>
            <a:spLocks noGrp="1"/>
          </p:cNvSpPr>
          <p:nvPr/>
        </p:nvSpPr>
        <p:spPr>
          <a:xfrm rot="0" flipH="0" flipV="0">
            <a:off x="443157" y="352477"/>
            <a:ext cx="95146" cy="9514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타원 10">
            <a:extLst>
              <a:ext uri="{FF2B5EF4-FFF2-40B4-BE49-F238E27FC236}">
                <ns2:creationId id="{8D9DF7AF-9D61-E126-F5FE-CEBC40CB96D7}"/>
              </a:ext>
            </a:extLst>
          </p:cNvPr>
          <p:cNvSpPr>
            <a:spLocks noGrp="1"/>
          </p:cNvSpPr>
          <p:nvPr/>
        </p:nvSpPr>
        <p:spPr>
          <a:xfrm rot="0" flipH="0" flipV="0">
            <a:off x="603095" y="352477"/>
            <a:ext cx="95146" cy="95146"/>
          </a:xfrm>
          <a:prstGeom prst="ellipse">
            <a:avLst/>
          </a:prstGeom>
          <a:solidFill>
            <a:srgbClr val="00C85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TextBox 11">
            <a:extLst>
              <a:ext uri="{FF2B5EF4-FFF2-40B4-BE49-F238E27FC236}">
                <ns2:creationId id="{C48E0CD8-521B-C4FD-BB20-9CFF9CABD733}"/>
              </a:ext>
            </a:extLst>
          </p:cNvPr>
          <p:cNvSpPr>
            <a:spLocks noGrp="1"/>
          </p:cNvSpPr>
          <p:nvPr/>
        </p:nvSpPr>
        <p:spPr>
          <a:xfrm flipH="1">
            <a:off x="9090750" y="269244"/>
            <a:ext cx="2820960" cy="261610"/>
          </a:xfrm>
          <a:prstGeom prst="rect">
            <a:avLst/>
          </a:prstGeom>
          <a:noFill/>
        </p:spPr>
        <p:txBody>
          <a:bodyPr wrap="square">
            <a:spAutoFit/>
          </a:bodyPr>
          <a:lstStyle/>
          <a:p>
            <a:pPr algn="r">
              <a:buNone/>
            </a:pPr>
            <a:r>
              <a:rPr sz="1100"/>
              <a:t>RoomPick</a:t>
            </a:r>
            <a:endParaRPr sz="1100"/>
          </a:p>
        </p:txBody>
      </p:sp>
      <p:sp>
        <p:nvSpPr>
          <p:cNvPr id="2" name="제목 개체 틀 1">
            <a:extLst>
              <a:ext uri="{FF2B5EF4-FFF2-40B4-BE49-F238E27FC236}">
                <ns2:creationId id="{0326F8F2-C024-412D-5498-C424A06F9476}"/>
              </a:ext>
            </a:extLst>
          </p:cNvPr>
          <p:cNvSpPr>
            <a:spLocks noGrp="1"/>
          </p:cNvSpPr>
          <p:nvPr>
            <p:ph type="title" idx="0"/>
          </p:nvPr>
        </p:nvSpPr>
        <p:spPr>
          <a:xfrm>
            <a:off x="838200" y="365125"/>
            <a:ext cx="10515600" cy="1325563"/>
          </a:xfrm>
          <a:prstGeom prst="rect">
            <a:avLst/>
          </a:prstGeom>
        </p:spPr>
        <p:txBody>
          <a:bodyPr vert="horz" lIns="91440" tIns="45720" rIns="91440" bIns="45720" anchor="ctr">
            <a:normAutofit/>
          </a:bodyPr>
          <a:lstStyle/>
          <a:p>
            <a:r>
              <a:t>마스터 제목 스타일 편집</a:t>
            </a:r>
          </a:p>
        </p:txBody>
      </p:sp>
      <p:sp>
        <p:nvSpPr>
          <p:cNvPr id="3" name="텍스트 개체 틀 2">
            <a:extLst>
              <a:ext uri="{FF2B5EF4-FFF2-40B4-BE49-F238E27FC236}">
                <ns2:creationId id="{865D1251-0B70-E9EE-1F4A-4F87B3A49F22}"/>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마스터 텍스트 스타일을 편집하려면 클릭</a:t>
            </a:r>
          </a:p>
          <a:p>
            <a:pPr lvl="1">
              <a:buNone/>
            </a:pPr>
            <a:r>
              <a:t>두 번째 수준</a:t>
            </a:r>
          </a:p>
          <a:p>
            <a:pPr lvl="2">
              <a:buNone/>
            </a:pPr>
            <a:r>
              <a:t>세 번째 수준</a:t>
            </a:r>
          </a:p>
          <a:p>
            <a:pPr lvl="3">
              <a:buNone/>
            </a:pPr>
            <a:r>
              <a:t>네 번째 수준</a:t>
            </a:r>
          </a:p>
          <a:p>
            <a:pPr lvl="4">
              <a:buNone/>
            </a:pPr>
            <a:r>
              <a:t>다섯 번째 수준</a:t>
            </a:r>
          </a:p>
        </p:txBody>
      </p:sp>
      <p:sp>
        <p:nvSpPr>
          <p:cNvPr id="4" name="날짜 개체 틀 3">
            <a:extLst>
              <a:ext uri="{FF2B5EF4-FFF2-40B4-BE49-F238E27FC236}">
                <ns2:creationId id="{A9DA976E-12F4-0579-6900-DE46BDC5737C}"/>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5C5B5BDA-CC60-4EB4-8F5A-3FE507F074B5}" type="datetimeFigureOut">
              <a:t>2024-09-26</a:t>
            </a:fld>
            <a:endParaRPr/>
          </a:p>
        </p:txBody>
      </p:sp>
      <p:sp>
        <p:nvSpPr>
          <p:cNvPr id="5" name="바닥글 개체 틀 4">
            <a:extLst>
              <a:ext uri="{FF2B5EF4-FFF2-40B4-BE49-F238E27FC236}">
                <ns2:creationId id="{9E8CC4CB-2CC1-8E0A-E46D-9B41477C80EE}"/>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슬라이드 번호 개체 틀 5">
            <a:extLst>
              <a:ext uri="{FF2B5EF4-FFF2-40B4-BE49-F238E27FC236}">
                <ns2:creationId id="{F442B9C8-4159-6065-6182-E8A8EB20979C}"/>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83D7D9E7-3507-468F-ABA7-CE8E557B7C64}" type="slidenum">
              <a:t>‹#›</a:t>
            </a:fld>
            <a:endParaRPr/>
          </a:p>
        </p:txBody>
      </p:sp>
    </p:spTree>
  </p:cSld>
  <p:clrMap bg1="lt1" tx1="dk1" bg2="lt2" tx2="dk2" accent1="accent1" accent2="accent2" accent3="accent3" accent4="accent4" accent5="accent5" accent6="accent6" hlink="hlink" folHlink="folHlink"/>
  <p:sldLayoutIdLst>
    <p:sldLayoutId id="2147483649" ns3:id="Rfbd40559a1d340b3"/>
    <p:sldLayoutId id="2147483650" ns3:id="R3e3e5e3c2ef844ed"/>
    <p:sldLayoutId id="2147483651" ns3:id="R4e2a307a092942e7"/>
    <p:sldLayoutId id="2147483652" ns3:id="R21a48e1da58f4a32"/>
    <p:sldLayoutId id="2147483653" ns3:id="Rf242537e8ed04c65"/>
    <p:sldLayoutId id="2147483654" ns3:id="R7fa4df17e3f440e0"/>
    <p:sldLayoutId id="2147483655" ns3:id="Rbc26e4733fef4389"/>
    <p:sldLayoutId id="2147483656" ns3:id="Rc1df8a564a6746c0"/>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테마">
  <a:themeElements>
    <a:clrScheme name="사용자 지정 1">
      <a:dk1>
        <a:sysClr val="windowText" lastClr="000000"/>
      </a:dk1>
      <a:lt1>
        <a:sysClr val="window" lastClr="FFFFFF"/>
      </a:lt1>
      <a:dk2>
        <a:srgbClr val="44546A"/>
      </a:dk2>
      <a:lt2>
        <a:srgbClr val="EDEEF3"/>
      </a:lt2>
      <a:accent1>
        <a:srgbClr val="7DC7FF"/>
      </a:accent1>
      <a:accent2>
        <a:srgbClr val="FF7F7F"/>
      </a:accent2>
      <a:accent3>
        <a:srgbClr val="AB73D5"/>
      </a:accent3>
      <a:accent4>
        <a:srgbClr val="F2E058"/>
      </a:accent4>
      <a:accent5>
        <a:srgbClr val="92D050"/>
      </a:accent5>
      <a:accent6>
        <a:srgbClr val="0070C0"/>
      </a:accent6>
      <a:hlink>
        <a:srgbClr val="0563C1"/>
      </a:hlink>
      <a:folHlink>
        <a:srgbClr val="954F72"/>
      </a:folHlink>
    </a:clrScheme>
    <a:fontScheme name="사용자 지정 602">
      <a:majorFont>
        <a:latin typeface="Noto Sans ExtraBold"/>
        <a:ea typeface="나눔스퀘어 네오 ExtraBold"/>
        <a:cs typeface=""/>
      </a:majorFont>
      <a:minorFont>
        <a:latin typeface="Noto Sans"/>
        <a:ea typeface="맑은 고딕"/>
        <a:cs typeface=""/>
      </a:minorFont>
    </a:fontScheme>
    <a:fmtScheme name="사용자 지정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68eae016218d478f" /><ns0:Relationship Type="http://schemas.openxmlformats.org/officeDocument/2006/relationships/image" Target="/ppt/media/image.png" Id="R5ef92f2c028343de" /><ns0:Relationship Type="http://schemas.openxmlformats.org/officeDocument/2006/relationships/image" Target="/ppt/media/image2.png" Id="Rde53942aec4a4f8c" /><ns0:Relationship Type="http://schemas.openxmlformats.org/officeDocument/2006/relationships/image" Target="/ppt/media/image3.png" Id="Rc277b6fc481d4d24" /><ns0:Relationship Type="http://schemas.openxmlformats.org/officeDocument/2006/relationships/hyperlink" Target="https://powerpoint.yesform.com/" TargetMode="External" Id="R0a7e85be5cbb49a4" /><ns0:Relationship Type="http://schemas.openxmlformats.org/officeDocument/2006/relationships/notesSlide" Target="/ppt/notesSlides/notesSlide1.xml" Id="R8fcce99f22d44a34"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2.xml" Id="Rd5f74b66b82f4fb0" /><ns0:Relationship Type="http://schemas.openxmlformats.org/officeDocument/2006/relationships/image" Target="/ppt/media/image.jpeg" Id="Rf700357e0d474dab" /><ns0:Relationship Type="http://schemas.openxmlformats.org/officeDocument/2006/relationships/notesSlide" Target="/ppt/notesSlides/notesSlide2.xml" Id="Rbb36e53b322c439c"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8.xml" Id="R98ce84fb1eee456f" /><ns0:Relationship Type="http://schemas.openxmlformats.org/officeDocument/2006/relationships/image" Target="/ppt/media/image4.png" Id="R935d71ed6748482f" /><ns0:Relationship Type="http://schemas.openxmlformats.org/officeDocument/2006/relationships/image" Target="/ppt/media/image5.png" Id="R251c5daf64044302" /><ns0:Relationship Type="http://schemas.openxmlformats.org/officeDocument/2006/relationships/image" Target="/ppt/media/image3.png" Id="Rb7699e760e2d4be5" /><ns0:Relationship Type="http://schemas.openxmlformats.org/officeDocument/2006/relationships/image" Target="/ppt/media/image6.png" Id="R262dbe637ce4438c" /><ns0:Relationship Type="http://schemas.openxmlformats.org/officeDocument/2006/relationships/image" Target="/ppt/media/image7.png" Id="R8b879ca6da114cc9" /><ns0:Relationship Type="http://schemas.openxmlformats.org/officeDocument/2006/relationships/image" Target="/ppt/media/image.png" Id="Rb0009e420251435e" /><ns0:Relationship Type="http://schemas.openxmlformats.org/officeDocument/2006/relationships/notesSlide" Target="/ppt/notesSlides/notesSlide3.xml" Id="R6ebd7c1afeea4f80" /></ns0: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6787fb9c8c264510" /><Relationship Type="http://schemas.openxmlformats.org/officeDocument/2006/relationships/notesSlide" Target="/ppt/notesSlides/notesSlide4.xml" Id="R3f965d9ae52f4f3c" /></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8.xml" Id="R221b8571b7cc4e52" /><ns0:Relationship Type="http://schemas.openxmlformats.org/officeDocument/2006/relationships/notesSlide" Target="/ppt/notesSlides/notesSlide5.xml" Id="R6e9ec1b87db343c2" /><ns0:Relationship Type="http://schemas.openxmlformats.org/officeDocument/2006/relationships/image" Target="../media/docs-image.png" Id="rIdDocs1"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5.xml" Id="R0395ec40f76541ec" /><ns0:Relationship Type="http://schemas.openxmlformats.org/officeDocument/2006/relationships/notesSlide" Target="/ppt/notesSlides/notesSlide6.xml" Id="R549f1b1946714063" /><ns0:Relationship Type="http://schemas.openxmlformats.org/officeDocument/2006/relationships/image" Target="../media/docs-image2.png" Id="rIdDocs1"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4.xml" Id="R62386fa80f254396" /><ns0:Relationship Type="http://schemas.openxmlformats.org/officeDocument/2006/relationships/notesSlide" Target="/ppt/notesSlides/notesSlide7.xml" Id="R94f1c71918bd4939"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8.xml" Id="Rb8da36c8e9c746aa" /><ns0:Relationship Type="http://schemas.openxmlformats.org/officeDocument/2006/relationships/notesSlide" Target="/ppt/notesSlides/notesSlide8.xml" Id="Rabb04fd7b9ed4855" /></ns0: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39d8835b55f44be8" /><Relationship Type="http://schemas.openxmlformats.org/officeDocument/2006/relationships/notesSlide" Target="/ppt/notesSlides/notesSlide9.xml" Id="Ra48df774b9a245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197942c0dca445b2" /><Relationship Type="http://schemas.openxmlformats.org/officeDocument/2006/relationships/notesSlide" Target="/ppt/notesSlides/notesSlide10.xml" Id="R5259b9dd585748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85c04c3023254e78" /><Relationship Type="http://schemas.openxmlformats.org/officeDocument/2006/relationships/notesSlide" Target="/ppt/notesSlides/notesSlide11.xml" Id="Rbd32e4ef601944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61e2853330554a0d" /><Relationship Type="http://schemas.openxmlformats.org/officeDocument/2006/relationships/notesSlide" Target="/ppt/notesSlides/notesSlide12.xml" Id="R3bfd6d944a714d27" /></Relationships>
</file>

<file path=ppt/slides/_rels/slide13.xml.rels><?xml version='1.0' encoding='utf-8'?>
<ns0:Relationships xmlns:ns0="http://schemas.openxmlformats.org/package/2006/relationships"><ns0:Relationship Type="http://schemas.openxmlformats.org/officeDocument/2006/relationships/slideLayout" Target="/ppt/slideLayouts/slideLayout8.xml" Id="Rd3998ab2033e478b" /><ns0:Relationship Type="http://schemas.openxmlformats.org/officeDocument/2006/relationships/notesSlide" Target="/ppt/notesSlides/notesSlide13.xml" Id="Rcde59b1bce1a466f" /></ns0: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8.xml" Id="Ref38105c5a3f4a1c" /><ns0:Relationship Type="http://schemas.openxmlformats.org/officeDocument/2006/relationships/image" Target="/ppt/media/image7.png" Id="R1cd0371a32554ccd" /><ns0:Relationship Type="http://schemas.openxmlformats.org/officeDocument/2006/relationships/image" Target="/ppt/media/image12.png" Id="R104f13e4c45b43ac" /><ns0:Relationship Type="http://schemas.openxmlformats.org/officeDocument/2006/relationships/image" Target="/ppt/media/image.png" Id="R0fc89a5f7bec4960" /><ns0:Relationship Type="http://schemas.openxmlformats.org/officeDocument/2006/relationships/notesSlide" Target="/ppt/notesSlides/notesSlide15.xml" Id="R5a550c2b6f3348b8" /></ns0:Relationships>
</file>

<file path=ppt/slides/_rels/slide16.xml.rels><?xml version='1.0' encoding='utf-8'?>
<ns0:Relationships xmlns:ns0="http://schemas.openxmlformats.org/package/2006/relationships"><ns0:Relationship Type="http://schemas.openxmlformats.org/officeDocument/2006/relationships/slideLayout" Target="/ppt/slideLayouts/slideLayout5.xml" Id="R58e7855440be4108" /><ns0:Relationship Type="http://schemas.openxmlformats.org/officeDocument/2006/relationships/notesSlide" Target="/ppt/notesSlides/notesSlide16.xml" Id="Rff7b3c693d39450d" /><ns0:Relationship Type="http://schemas.openxmlformats.org/officeDocument/2006/relationships/image" Target="../media/docs-image3.png" Id="rIdDocs1" /></ns0: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8.xml" Id="R38b2c09cecb24f99" /><ns0:Relationship Type="http://schemas.openxmlformats.org/officeDocument/2006/relationships/notesSlide" Target="/ppt/notesSlides/notesSlide17.xml" Id="R699ddab3d3284974" /><ns0:Relationship Type="http://schemas.openxmlformats.org/officeDocument/2006/relationships/image" Target="../media/docs-image4.png" Id="rIdDocs1"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8.xml" Id="R981d2194da2f4e6a" /><ns0:Relationship Type="http://schemas.openxmlformats.org/officeDocument/2006/relationships/notesSlide" Target="/ppt/notesSlides/notesSlide18.xml" Id="R5090aed420c24649" /><ns0:Relationship Type="http://schemas.openxmlformats.org/officeDocument/2006/relationships/image" Target="../media/docs-image5.png" Id="rIdDocs1"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8.xml" Id="Ra2b8ab0fc5e74734" /><ns0:Relationship Type="http://schemas.openxmlformats.org/officeDocument/2006/relationships/notesSlide" Target="/ppt/notesSlides/notesSlide19.xml" Id="R938c0c53764a48ea"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8.xml" Id="Rd3fc3287e0b548b6" /><ns0:Relationship Type="http://schemas.openxmlformats.org/officeDocument/2006/relationships/notesSlide" Target="/ppt/notesSlides/notesSlide20.xml" Id="R9d43d9a0e35a47e0" /><ns0:Relationship Type="http://schemas.openxmlformats.org/officeDocument/2006/relationships/image" Target="../media/docs-image6.png" Id="rIdDocs1" /></ns0: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sp>
        <p:nvSpPr>
          <p:cNvPr id="44" name="사각형: 둥근 위쪽 모서리 43">
            <a:extLst>
              <a:ext uri="{FF2B5EF4-FFF2-40B4-BE49-F238E27FC236}">
                <ns2:creationId id="{C8C8C2B9-5742-E726-5E68-63C007D28673}"/>
              </a:ext>
            </a:extLst>
          </p:cNvPr>
          <p:cNvSpPr>
            <a:spLocks noGrp="1"/>
          </p:cNvSpPr>
          <p:nvPr/>
        </p:nvSpPr>
        <p:spPr>
          <a:xfrm rot="5400000">
            <a:off x="-556397" y="1851891"/>
            <a:ext cx="4616878" cy="3493613"/>
          </a:xfrm>
          <a:prstGeom prst="round2SameRect">
            <a:avLst>
              <a:gd name="adj1" fmla="val 7724"/>
              <a:gd name="adj2"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그림 29">
            <a:extLst>
              <a:ext uri="{FF2B5EF4-FFF2-40B4-BE49-F238E27FC236}">
                <ns2:creationId id="{77D01D9D-7A69-4F16-8264-6F2B412EA5CF}"/>
              </a:ext>
            </a:extLst>
          </p:cNvPr>
          <p:cNvPicPr>
            <a:picLocks noChangeAspect="1"/>
          </p:cNvPicPr>
          <p:nvPr/>
        </p:nvPicPr>
        <p:blipFill>
          <a:blip r:embed="R5ef92f2c028343de"/>
          <a:stretch>
            <a:fillRect l="0" t="0" r="0" b="0"/>
          </a:stretch>
        </p:blipFill>
        <p:spPr>
          <a:xfrm>
            <a:off x="2391851" y="2007024"/>
            <a:ext cx="640246" cy="640246"/>
          </a:xfrm>
          <a:prstGeom prst="rect">
            <a:avLst/>
          </a:prstGeom>
        </p:spPr>
      </p:pic>
      <p:pic>
        <p:nvPicPr>
          <p:cNvPr id="32" name="그림 31">
            <a:extLst>
              <a:ext uri="{FF2B5EF4-FFF2-40B4-BE49-F238E27FC236}">
                <ns2:creationId id="{15774C98-C800-49FC-8CC3-95B64C3B3D89}"/>
              </a:ext>
            </a:extLst>
          </p:cNvPr>
          <p:cNvPicPr>
            <a:picLocks noChangeAspect="1"/>
          </p:cNvPicPr>
          <p:nvPr/>
        </p:nvPicPr>
        <p:blipFill rotWithShape="1">
          <a:blip r:embed="Rde53942aec4a4f8c"/>
          <a:srcRect l="22885" t="14479" r="13016" b="0"/>
          <a:stretch/>
        </p:blipFill>
        <p:spPr>
          <a:xfrm>
            <a:off x="509432" y="2231242"/>
            <a:ext cx="2797212" cy="2672181"/>
          </a:xfrm>
          <a:prstGeom prst="rect">
            <a:avLst/>
          </a:prstGeom>
        </p:spPr>
      </p:pic>
      <p:pic>
        <p:nvPicPr>
          <p:cNvPr id="35" name="그림 34">
            <a:extLst>
              <a:ext uri="{FF2B5EF4-FFF2-40B4-BE49-F238E27FC236}">
                <ns2:creationId id="{AC0EC353-4E3F-43FD-A948-0CB4090B16BB}"/>
              </a:ext>
            </a:extLst>
          </p:cNvPr>
          <p:cNvPicPr>
            <a:picLocks noChangeAspect="1"/>
          </p:cNvPicPr>
          <p:nvPr/>
        </p:nvPicPr>
        <p:blipFill>
          <a:blip r:embed="Rc277b6fc481d4d24"/>
          <a:stretch>
            <a:fillRect l="0" t="0" r="0" b="0"/>
          </a:stretch>
        </p:blipFill>
        <p:spPr>
          <a:xfrm>
            <a:off x="295773" y="4589475"/>
            <a:ext cx="739194" cy="695580"/>
          </a:xfrm>
          <a:prstGeom prst="rect">
            <a:avLst/>
          </a:prstGeom>
        </p:spPr>
      </p:pic>
      <p:sp>
        <p:nvSpPr>
          <p:cNvPr id="41" name="Freeform 38">
            <a:extLst>
              <a:ext uri="{FF2B5EF4-FFF2-40B4-BE49-F238E27FC236}">
                <ns2:creationId id="{BA524345-5047-1D07-3643-5B8EEC22DC73}"/>
              </a:ext>
            </a:extLst>
          </p:cNvPr>
          <p:cNvSpPr>
            <a:spLocks noGrp="1"/>
          </p:cNvSpPr>
          <p:nvPr/>
        </p:nvSpPr>
        <p:spPr>
          <a:xfrm rot="0" flipH="0" flipV="0">
            <a:off x="6342015" y="6498946"/>
            <a:ext cx="20452" cy="20452"/>
          </a:xfrm>
          <a:custGeom>
            <a:rect l="0" t="0" r="r" b="b"/>
            <a:pathLst>
              <a:path w="36" h="36">
                <a:moveTo>
                  <a:pt x="36" y="5"/>
                </a:moveTo>
                <a:cubicBezTo>
                  <a:pt x="36" y="2"/>
                  <a:pt x="33" y="0"/>
                  <a:pt x="29" y="0"/>
                </a:cubicBezTo>
                <a:cubicBezTo>
                  <a:pt x="25" y="1"/>
                  <a:pt x="22" y="3"/>
                  <a:pt x="22" y="6"/>
                </a:cubicBezTo>
                <a:cubicBezTo>
                  <a:pt x="22" y="7"/>
                  <a:pt x="23" y="8"/>
                  <a:pt x="23" y="9"/>
                </a:cubicBezTo>
                <a:cubicBezTo>
                  <a:pt x="21" y="8"/>
                  <a:pt x="19" y="8"/>
                  <a:pt x="17" y="8"/>
                </a:cubicBezTo>
                <a:cubicBezTo>
                  <a:pt x="7" y="9"/>
                  <a:pt x="0" y="15"/>
                  <a:pt x="0" y="23"/>
                </a:cubicBezTo>
                <a:cubicBezTo>
                  <a:pt x="0" y="30"/>
                  <a:pt x="8" y="36"/>
                  <a:pt x="18" y="35"/>
                </a:cubicBezTo>
                <a:cubicBezTo>
                  <a:pt x="27" y="35"/>
                  <a:pt x="35" y="28"/>
                  <a:pt x="35" y="21"/>
                </a:cubicBezTo>
                <a:cubicBezTo>
                  <a:pt x="35" y="17"/>
                  <a:pt x="33" y="13"/>
                  <a:pt x="29" y="11"/>
                </a:cubicBezTo>
                <a:cubicBezTo>
                  <a:pt x="29" y="11"/>
                  <a:pt x="29" y="11"/>
                  <a:pt x="29" y="11"/>
                </a:cubicBezTo>
                <a:cubicBezTo>
                  <a:pt x="33" y="11"/>
                  <a:pt x="36" y="8"/>
                  <a:pt x="36" y="5"/>
                </a:cubicBezTo>
                <a:close/>
              </a:path>
            </a:pathLst>
          </a:custGeom>
          <a:solidFill>
            <a:srgbClr val="40352D"/>
          </a:solidFill>
          <a:ln w="9525">
            <a:noFill/>
            <a:round/>
          </a:ln>
        </p:spPr>
        <p:txBody>
          <a:bodyPr vert="horz" wrap="square" lIns="91440" tIns="45720" rIns="91440" bIns="45720" anchor="t"/>
          <a:lstStyle/>
          <a:p>
            <a:endParaRPr/>
          </a:p>
        </p:txBody>
      </p:sp>
      <p:sp>
        <p:nvSpPr>
          <p:cNvPr id="42" name="Freeform 39">
            <a:extLst>
              <a:ext uri="{FF2B5EF4-FFF2-40B4-BE49-F238E27FC236}">
                <ns2:creationId id="{191C5512-7055-1C8E-10DE-F032EDC0FF6E}"/>
              </a:ext>
            </a:extLst>
          </p:cNvPr>
          <p:cNvSpPr>
            <a:spLocks noGrp="1"/>
          </p:cNvSpPr>
          <p:nvPr/>
        </p:nvSpPr>
        <p:spPr>
          <a:xfrm rot="0" flipH="0" flipV="0">
            <a:off x="6375548" y="6272779"/>
            <a:ext cx="97268" cy="190731"/>
          </a:xfrm>
          <a:custGeom>
            <a:rect l="0" t="0" r="r" b="b"/>
            <a:pathLst>
              <a:path w="171" h="337">
                <a:moveTo>
                  <a:pt x="45" y="204"/>
                </a:moveTo>
                <a:cubicBezTo>
                  <a:pt x="43" y="207"/>
                  <a:pt x="33" y="218"/>
                  <a:pt x="24" y="236"/>
                </a:cubicBezTo>
                <a:cubicBezTo>
                  <a:pt x="21" y="241"/>
                  <a:pt x="14" y="256"/>
                  <a:pt x="8" y="276"/>
                </a:cubicBezTo>
                <a:cubicBezTo>
                  <a:pt x="4" y="290"/>
                  <a:pt x="0" y="309"/>
                  <a:pt x="0" y="332"/>
                </a:cubicBezTo>
                <a:cubicBezTo>
                  <a:pt x="0" y="334"/>
                  <a:pt x="0" y="336"/>
                  <a:pt x="0" y="337"/>
                </a:cubicBezTo>
                <a:cubicBezTo>
                  <a:pt x="1" y="336"/>
                  <a:pt x="2" y="334"/>
                  <a:pt x="3" y="332"/>
                </a:cubicBezTo>
                <a:cubicBezTo>
                  <a:pt x="3" y="332"/>
                  <a:pt x="5" y="329"/>
                  <a:pt x="7" y="326"/>
                </a:cubicBezTo>
                <a:cubicBezTo>
                  <a:pt x="32" y="288"/>
                  <a:pt x="62" y="246"/>
                  <a:pt x="62" y="246"/>
                </a:cubicBezTo>
                <a:cubicBezTo>
                  <a:pt x="121" y="165"/>
                  <a:pt x="148" y="80"/>
                  <a:pt x="148" y="80"/>
                </a:cubicBezTo>
                <a:cubicBezTo>
                  <a:pt x="158" y="50"/>
                  <a:pt x="171" y="0"/>
                  <a:pt x="171" y="0"/>
                </a:cubicBezTo>
                <a:cubicBezTo>
                  <a:pt x="171" y="0"/>
                  <a:pt x="171" y="0"/>
                  <a:pt x="171" y="0"/>
                </a:cubicBezTo>
                <a:cubicBezTo>
                  <a:pt x="155" y="62"/>
                  <a:pt x="102" y="135"/>
                  <a:pt x="45" y="204"/>
                </a:cubicBezTo>
                <a:close/>
              </a:path>
            </a:pathLst>
          </a:custGeom>
          <a:solidFill>
            <a:srgbClr val="FFB600"/>
          </a:solidFill>
          <a:ln w="9525">
            <a:noFill/>
            <a:round/>
          </a:ln>
        </p:spPr>
        <p:txBody>
          <a:bodyPr vert="horz" wrap="square" lIns="91440" tIns="45720" rIns="91440" bIns="45720" anchor="t"/>
          <a:lstStyle/>
          <a:p>
            <a:endParaRPr/>
          </a:p>
        </p:txBody>
      </p:sp>
      <p:sp>
        <p:nvSpPr>
          <p:cNvPr id="43" name="Freeform 40">
            <a:extLst>
              <a:ext uri="{FF2B5EF4-FFF2-40B4-BE49-F238E27FC236}">
                <ns2:creationId id="{054E3477-0864-4CD5-6109-B0C679CC6A99}"/>
              </a:ext>
            </a:extLst>
          </p:cNvPr>
          <p:cNvSpPr>
            <a:spLocks noGrp="1"/>
          </p:cNvSpPr>
          <p:nvPr/>
        </p:nvSpPr>
        <p:spPr>
          <a:xfrm rot="0" flipH="0" flipV="0">
            <a:off x="6378402" y="6264455"/>
            <a:ext cx="97268" cy="202860"/>
          </a:xfrm>
          <a:custGeom>
            <a:rect l="0" t="0" r="r" b="b"/>
            <a:pathLst>
              <a:path w="171" h="359">
                <a:moveTo>
                  <a:pt x="169" y="0"/>
                </a:moveTo>
                <a:cubicBezTo>
                  <a:pt x="168" y="18"/>
                  <a:pt x="163" y="40"/>
                  <a:pt x="156" y="62"/>
                </a:cubicBezTo>
                <a:cubicBezTo>
                  <a:pt x="156" y="62"/>
                  <a:pt x="156" y="63"/>
                  <a:pt x="156" y="64"/>
                </a:cubicBezTo>
                <a:cubicBezTo>
                  <a:pt x="153" y="72"/>
                  <a:pt x="148" y="86"/>
                  <a:pt x="140" y="106"/>
                </a:cubicBezTo>
                <a:cubicBezTo>
                  <a:pt x="136" y="119"/>
                  <a:pt x="130" y="132"/>
                  <a:pt x="125" y="145"/>
                </a:cubicBezTo>
                <a:cubicBezTo>
                  <a:pt x="107" y="189"/>
                  <a:pt x="77" y="249"/>
                  <a:pt x="28" y="315"/>
                </a:cubicBezTo>
                <a:cubicBezTo>
                  <a:pt x="28" y="315"/>
                  <a:pt x="16" y="334"/>
                  <a:pt x="0" y="359"/>
                </a:cubicBezTo>
                <a:cubicBezTo>
                  <a:pt x="3" y="359"/>
                  <a:pt x="7" y="358"/>
                  <a:pt x="13" y="357"/>
                </a:cubicBezTo>
                <a:cubicBezTo>
                  <a:pt x="37" y="352"/>
                  <a:pt x="53" y="337"/>
                  <a:pt x="60" y="329"/>
                </a:cubicBezTo>
                <a:cubicBezTo>
                  <a:pt x="70" y="318"/>
                  <a:pt x="84" y="302"/>
                  <a:pt x="98" y="281"/>
                </a:cubicBezTo>
                <a:cubicBezTo>
                  <a:pt x="105" y="271"/>
                  <a:pt x="135" y="225"/>
                  <a:pt x="153" y="145"/>
                </a:cubicBezTo>
                <a:cubicBezTo>
                  <a:pt x="171" y="67"/>
                  <a:pt x="169" y="0"/>
                  <a:pt x="169" y="0"/>
                </a:cubicBezTo>
                <a:close/>
              </a:path>
            </a:pathLst>
          </a:custGeom>
          <a:solidFill>
            <a:srgbClr val="FFB600"/>
          </a:solidFill>
          <a:ln w="9525">
            <a:noFill/>
            <a:round/>
          </a:ln>
        </p:spPr>
        <p:txBody>
          <a:bodyPr vert="horz" wrap="square" lIns="91440" tIns="45720" rIns="91440" bIns="45720" anchor="t"/>
          <a:lstStyle/>
          <a:p>
            <a:endParaRPr/>
          </a:p>
        </p:txBody>
      </p:sp>
      <p:sp>
        <p:nvSpPr>
          <p:cNvPr id="45" name="Freeform 41">
            <a:extLst>
              <a:ext uri="{FF2B5EF4-FFF2-40B4-BE49-F238E27FC236}">
                <ns2:creationId id="{B77878C3-19B4-0CED-A57B-2E0FD7E86A01}"/>
              </a:ext>
            </a:extLst>
          </p:cNvPr>
          <p:cNvSpPr>
            <a:spLocks noGrp="1"/>
          </p:cNvSpPr>
          <p:nvPr/>
        </p:nvSpPr>
        <p:spPr>
          <a:xfrm rot="0" flipH="0" flipV="0">
            <a:off x="6368175" y="6289902"/>
            <a:ext cx="101786" cy="189780"/>
          </a:xfrm>
          <a:custGeom>
            <a:rect l="0" t="0" r="r" b="b"/>
            <a:pathLst>
              <a:path w="179" h="336">
                <a:moveTo>
                  <a:pt x="147" y="80"/>
                </a:moveTo>
                <a:cubicBezTo>
                  <a:pt x="118" y="143"/>
                  <a:pt x="87" y="191"/>
                  <a:pt x="73" y="214"/>
                </a:cubicBezTo>
                <a:cubicBezTo>
                  <a:pt x="23" y="292"/>
                  <a:pt x="20" y="296"/>
                  <a:pt x="20" y="296"/>
                </a:cubicBezTo>
                <a:cubicBezTo>
                  <a:pt x="17" y="300"/>
                  <a:pt x="15" y="304"/>
                  <a:pt x="13" y="307"/>
                </a:cubicBezTo>
                <a:cubicBezTo>
                  <a:pt x="12" y="308"/>
                  <a:pt x="12" y="309"/>
                  <a:pt x="12" y="309"/>
                </a:cubicBezTo>
                <a:cubicBezTo>
                  <a:pt x="7" y="316"/>
                  <a:pt x="3" y="323"/>
                  <a:pt x="0" y="329"/>
                </a:cubicBezTo>
                <a:cubicBezTo>
                  <a:pt x="0" y="331"/>
                  <a:pt x="0" y="336"/>
                  <a:pt x="5" y="329"/>
                </a:cubicBezTo>
                <a:cubicBezTo>
                  <a:pt x="12" y="321"/>
                  <a:pt x="11" y="323"/>
                  <a:pt x="11" y="323"/>
                </a:cubicBezTo>
                <a:cubicBezTo>
                  <a:pt x="11" y="323"/>
                  <a:pt x="9" y="326"/>
                  <a:pt x="6" y="331"/>
                </a:cubicBezTo>
                <a:cubicBezTo>
                  <a:pt x="9" y="327"/>
                  <a:pt x="12" y="323"/>
                  <a:pt x="15" y="319"/>
                </a:cubicBezTo>
                <a:cubicBezTo>
                  <a:pt x="16" y="317"/>
                  <a:pt x="17" y="316"/>
                  <a:pt x="18" y="314"/>
                </a:cubicBezTo>
                <a:cubicBezTo>
                  <a:pt x="34" y="289"/>
                  <a:pt x="46" y="270"/>
                  <a:pt x="46" y="270"/>
                </a:cubicBezTo>
                <a:cubicBezTo>
                  <a:pt x="95" y="204"/>
                  <a:pt x="125" y="144"/>
                  <a:pt x="143" y="100"/>
                </a:cubicBezTo>
                <a:cubicBezTo>
                  <a:pt x="151" y="81"/>
                  <a:pt x="158" y="61"/>
                  <a:pt x="158" y="61"/>
                </a:cubicBezTo>
                <a:cubicBezTo>
                  <a:pt x="167" y="37"/>
                  <a:pt x="174" y="16"/>
                  <a:pt x="179" y="0"/>
                </a:cubicBezTo>
                <a:cubicBezTo>
                  <a:pt x="173" y="19"/>
                  <a:pt x="162" y="47"/>
                  <a:pt x="147" y="80"/>
                </a:cubicBezTo>
                <a:close/>
              </a:path>
            </a:pathLst>
          </a:custGeom>
          <a:solidFill>
            <a:srgbClr val="E9EDF0"/>
          </a:solidFill>
          <a:ln w="9525">
            <a:noFill/>
            <a:round/>
          </a:ln>
        </p:spPr>
        <p:txBody>
          <a:bodyPr vert="horz" wrap="square" lIns="91440" tIns="45720" rIns="91440" bIns="45720" anchor="t"/>
          <a:lstStyle/>
          <a:p>
            <a:endParaRPr/>
          </a:p>
        </p:txBody>
      </p:sp>
      <p:sp>
        <p:nvSpPr>
          <p:cNvPr id="46" name="Freeform 42">
            <a:extLst>
              <a:ext uri="{FF2B5EF4-FFF2-40B4-BE49-F238E27FC236}">
                <ns2:creationId id="{F3B3B2EC-F36B-4D6E-791E-C6526B3DF202}"/>
              </a:ext>
            </a:extLst>
          </p:cNvPr>
          <p:cNvSpPr>
            <a:spLocks noGrp="1"/>
          </p:cNvSpPr>
          <p:nvPr/>
        </p:nvSpPr>
        <p:spPr>
          <a:xfrm rot="0" flipH="0" flipV="0">
            <a:off x="6357236" y="6471359"/>
            <a:ext cx="17598" cy="22592"/>
          </a:xfrm>
          <a:custGeom>
            <a:rect l="0" t="0" r="r" b="b"/>
            <a:pathLst>
              <a:path w="31" h="40">
                <a:moveTo>
                  <a:pt x="24" y="8"/>
                </a:moveTo>
                <a:cubicBezTo>
                  <a:pt x="19" y="15"/>
                  <a:pt x="19" y="10"/>
                  <a:pt x="19" y="8"/>
                </a:cubicBezTo>
                <a:cubicBezTo>
                  <a:pt x="17" y="10"/>
                  <a:pt x="16" y="13"/>
                  <a:pt x="14" y="15"/>
                </a:cubicBezTo>
                <a:cubicBezTo>
                  <a:pt x="8" y="26"/>
                  <a:pt x="0" y="40"/>
                  <a:pt x="0" y="40"/>
                </a:cubicBezTo>
                <a:cubicBezTo>
                  <a:pt x="8" y="32"/>
                  <a:pt x="17" y="21"/>
                  <a:pt x="25" y="10"/>
                </a:cubicBezTo>
                <a:cubicBezTo>
                  <a:pt x="28" y="5"/>
                  <a:pt x="30" y="2"/>
                  <a:pt x="30" y="2"/>
                </a:cubicBezTo>
                <a:cubicBezTo>
                  <a:pt x="30" y="2"/>
                  <a:pt x="31" y="0"/>
                  <a:pt x="24" y="8"/>
                </a:cubicBezTo>
                <a:close/>
              </a:path>
            </a:pathLst>
          </a:custGeom>
          <a:solidFill>
            <a:srgbClr val="ADB9BF"/>
          </a:solidFill>
          <a:ln w="9525">
            <a:noFill/>
            <a:round/>
          </a:ln>
        </p:spPr>
        <p:txBody>
          <a:bodyPr vert="horz" wrap="square" lIns="91440" tIns="45720" rIns="91440" bIns="45720" anchor="t"/>
          <a:lstStyle/>
          <a:p>
            <a:endParaRPr/>
          </a:p>
        </p:txBody>
      </p:sp>
      <p:sp>
        <p:nvSpPr>
          <p:cNvPr id="47" name="Rectangle 46">
            <a:extLst>
              <a:ext uri="{FF2B5EF4-FFF2-40B4-BE49-F238E27FC236}">
                <ns2:creationId id="{1CB623C4-B08C-26DF-3DF5-210DC0398622}"/>
              </a:ext>
            </a:extLst>
          </p:cNvPr>
          <p:cNvSpPr>
            <a:spLocks noGrp="1"/>
          </p:cNvSpPr>
          <p:nvPr/>
        </p:nvSpPr>
        <p:spPr>
          <a:xfrm rot="0" flipH="0" flipV="0">
            <a:off x="5859003" y="6359821"/>
            <a:ext cx="22592" cy="162193"/>
          </a:xfrm>
          <a:prstGeom prst="rect">
            <a:avLst/>
          </a:prstGeom>
          <a:solidFill>
            <a:srgbClr val="231F20"/>
          </a:solidFill>
          <a:ln w="9525">
            <a:noFill/>
            <a:miter/>
          </a:ln>
        </p:spPr>
        <p:txBody>
          <a:bodyPr vert="horz" wrap="square" lIns="91440" tIns="45720" rIns="91440" bIns="45720" anchor="t"/>
          <a:lstStyle/>
          <a:p>
            <a:endParaRPr/>
          </a:p>
        </p:txBody>
      </p:sp>
      <p:sp>
        <p:nvSpPr>
          <p:cNvPr id="48" name="Freeform 47">
            <a:extLst>
              <a:ext uri="{FF2B5EF4-FFF2-40B4-BE49-F238E27FC236}">
                <ns2:creationId id="{13B3059A-8E65-2D4C-6E1B-CA3B53759668}"/>
              </a:ext>
            </a:extLst>
          </p:cNvPr>
          <p:cNvSpPr>
            <a:spLocks noGrp="1"/>
          </p:cNvSpPr>
          <p:nvPr/>
        </p:nvSpPr>
        <p:spPr>
          <a:xfrm rot="0" flipH="0" flipV="0">
            <a:off x="5716073" y="6359821"/>
            <a:ext cx="128898" cy="162193"/>
          </a:xfrm>
          <a:custGeom>
            <a:rect l="0" t="0" r="r" b="b"/>
            <a:pathLst>
              <a:path w="229" h="287">
                <a:moveTo>
                  <a:pt x="189" y="43"/>
                </a:moveTo>
                <a:cubicBezTo>
                  <a:pt x="151" y="43"/>
                  <a:pt x="151" y="43"/>
                  <a:pt x="151" y="43"/>
                </a:cubicBezTo>
                <a:cubicBezTo>
                  <a:pt x="149" y="39"/>
                  <a:pt x="146" y="35"/>
                  <a:pt x="144" y="32"/>
                </a:cubicBezTo>
                <a:cubicBezTo>
                  <a:pt x="129" y="11"/>
                  <a:pt x="108" y="0"/>
                  <a:pt x="82" y="0"/>
                </a:cubicBezTo>
                <a:cubicBezTo>
                  <a:pt x="56" y="0"/>
                  <a:pt x="35" y="11"/>
                  <a:pt x="20" y="32"/>
                </a:cubicBezTo>
                <a:cubicBezTo>
                  <a:pt x="7" y="51"/>
                  <a:pt x="0" y="75"/>
                  <a:pt x="0" y="104"/>
                </a:cubicBezTo>
                <a:cubicBezTo>
                  <a:pt x="0" y="132"/>
                  <a:pt x="7" y="155"/>
                  <a:pt x="20" y="174"/>
                </a:cubicBezTo>
                <a:cubicBezTo>
                  <a:pt x="35" y="196"/>
                  <a:pt x="56" y="206"/>
                  <a:pt x="82" y="206"/>
                </a:cubicBezTo>
                <a:cubicBezTo>
                  <a:pt x="108" y="206"/>
                  <a:pt x="129" y="196"/>
                  <a:pt x="144" y="174"/>
                </a:cubicBezTo>
                <a:cubicBezTo>
                  <a:pt x="145" y="172"/>
                  <a:pt x="147" y="170"/>
                  <a:pt x="148" y="168"/>
                </a:cubicBezTo>
                <a:cubicBezTo>
                  <a:pt x="189" y="168"/>
                  <a:pt x="189" y="168"/>
                  <a:pt x="189" y="168"/>
                </a:cubicBezTo>
                <a:cubicBezTo>
                  <a:pt x="189" y="287"/>
                  <a:pt x="189" y="287"/>
                  <a:pt x="189" y="287"/>
                </a:cubicBezTo>
                <a:cubicBezTo>
                  <a:pt x="229" y="287"/>
                  <a:pt x="229" y="287"/>
                  <a:pt x="229" y="287"/>
                </a:cubicBezTo>
                <a:cubicBezTo>
                  <a:pt x="229" y="0"/>
                  <a:pt x="229" y="0"/>
                  <a:pt x="229" y="0"/>
                </a:cubicBezTo>
                <a:cubicBezTo>
                  <a:pt x="189" y="0"/>
                  <a:pt x="189" y="0"/>
                  <a:pt x="189" y="0"/>
                </a:cubicBezTo>
                <a:lnTo>
                  <a:pt x="189" y="43"/>
                </a:lnTo>
                <a:close/>
                <a:moveTo>
                  <a:pt x="115" y="149"/>
                </a:moveTo>
                <a:cubicBezTo>
                  <a:pt x="107" y="163"/>
                  <a:pt x="96" y="170"/>
                  <a:pt x="82" y="170"/>
                </a:cubicBezTo>
                <a:cubicBezTo>
                  <a:pt x="68" y="170"/>
                  <a:pt x="57" y="163"/>
                  <a:pt x="49" y="149"/>
                </a:cubicBezTo>
                <a:cubicBezTo>
                  <a:pt x="42" y="137"/>
                  <a:pt x="38" y="121"/>
                  <a:pt x="38" y="104"/>
                </a:cubicBezTo>
                <a:cubicBezTo>
                  <a:pt x="38" y="86"/>
                  <a:pt x="42" y="70"/>
                  <a:pt x="49" y="57"/>
                </a:cubicBezTo>
                <a:cubicBezTo>
                  <a:pt x="57" y="43"/>
                  <a:pt x="68" y="36"/>
                  <a:pt x="82" y="36"/>
                </a:cubicBezTo>
                <a:cubicBezTo>
                  <a:pt x="96" y="36"/>
                  <a:pt x="107" y="43"/>
                  <a:pt x="115" y="57"/>
                </a:cubicBezTo>
                <a:cubicBezTo>
                  <a:pt x="123" y="70"/>
                  <a:pt x="127" y="86"/>
                  <a:pt x="127" y="104"/>
                </a:cubicBezTo>
                <a:cubicBezTo>
                  <a:pt x="127" y="121"/>
                  <a:pt x="123" y="137"/>
                  <a:pt x="115" y="149"/>
                </a:cubicBezTo>
                <a:close/>
                <a:moveTo>
                  <a:pt x="189" y="132"/>
                </a:moveTo>
                <a:cubicBezTo>
                  <a:pt x="162" y="132"/>
                  <a:pt x="162" y="132"/>
                  <a:pt x="162" y="132"/>
                </a:cubicBezTo>
                <a:cubicBezTo>
                  <a:pt x="163" y="123"/>
                  <a:pt x="164" y="114"/>
                  <a:pt x="164" y="104"/>
                </a:cubicBezTo>
                <a:cubicBezTo>
                  <a:pt x="164" y="95"/>
                  <a:pt x="164" y="87"/>
                  <a:pt x="162" y="79"/>
                </a:cubicBezTo>
                <a:cubicBezTo>
                  <a:pt x="189" y="79"/>
                  <a:pt x="189" y="79"/>
                  <a:pt x="189" y="79"/>
                </a:cubicBezTo>
                <a:lnTo>
                  <a:pt x="189" y="132"/>
                </a:lnTo>
                <a:close/>
              </a:path>
            </a:pathLst>
          </a:custGeom>
          <a:solidFill>
            <a:srgbClr val="231F20"/>
          </a:solidFill>
          <a:ln w="9525">
            <a:noFill/>
            <a:round/>
          </a:ln>
        </p:spPr>
        <p:txBody>
          <a:bodyPr vert="horz" wrap="square" lIns="91440" tIns="45720" rIns="91440" bIns="45720" anchor="t"/>
          <a:lstStyle/>
          <a:p>
            <a:endParaRPr/>
          </a:p>
        </p:txBody>
      </p:sp>
      <p:sp>
        <p:nvSpPr>
          <p:cNvPr id="49" name="Oval 48">
            <a:extLst>
              <a:ext uri="{FF2B5EF4-FFF2-40B4-BE49-F238E27FC236}">
                <ns2:creationId id="{F8069A38-D985-FBC1-8D42-37ACD8DDEE63}"/>
              </a:ext>
            </a:extLst>
          </p:cNvPr>
          <p:cNvSpPr>
            <a:spLocks noGrp="1"/>
          </p:cNvSpPr>
          <p:nvPr/>
        </p:nvSpPr>
        <p:spPr>
          <a:xfrm rot="0" flipH="0" flipV="0">
            <a:off x="6180773" y="6517496"/>
            <a:ext cx="153631" cy="7848"/>
          </a:xfrm>
          <a:prstGeom prst="ellipse">
            <a:avLst/>
          </a:prstGeom>
          <a:solidFill>
            <a:srgbClr val="C8CACB"/>
          </a:solidFill>
          <a:ln w="9525">
            <a:noFill/>
            <a:round/>
          </a:ln>
        </p:spPr>
        <p:txBody>
          <a:bodyPr vert="horz" wrap="square" lIns="91440" tIns="45720" rIns="91440" bIns="45720" anchor="t"/>
          <a:lstStyle/>
          <a:p>
            <a:endParaRPr/>
          </a:p>
        </p:txBody>
      </p:sp>
      <p:sp>
        <p:nvSpPr>
          <p:cNvPr id="50" name="Freeform 49">
            <a:extLst>
              <a:ext uri="{FF2B5EF4-FFF2-40B4-BE49-F238E27FC236}">
                <ns2:creationId id="{23255EE9-87C7-C9DF-5919-41BCFB3DB670}"/>
              </a:ext>
            </a:extLst>
          </p:cNvPr>
          <p:cNvSpPr>
            <a:spLocks noGrp="1"/>
          </p:cNvSpPr>
          <p:nvPr/>
        </p:nvSpPr>
        <p:spPr>
          <a:xfrm rot="0" flipH="0" flipV="0">
            <a:off x="6029758" y="6202384"/>
            <a:ext cx="313684" cy="314398"/>
          </a:xfrm>
          <a:custGeom>
            <a:rect l="0" t="0" r="r" b="b"/>
            <a:pathLst>
              <a:path w="557" h="557">
                <a:moveTo>
                  <a:pt x="549" y="317"/>
                </a:moveTo>
                <a:cubicBezTo>
                  <a:pt x="557" y="330"/>
                  <a:pt x="553" y="347"/>
                  <a:pt x="540" y="355"/>
                </a:cubicBezTo>
                <a:cubicBezTo>
                  <a:pt x="241" y="548"/>
                  <a:pt x="241" y="548"/>
                  <a:pt x="241" y="548"/>
                </a:cubicBezTo>
                <a:cubicBezTo>
                  <a:pt x="228" y="557"/>
                  <a:pt x="210" y="553"/>
                  <a:pt x="202" y="540"/>
                </a:cubicBezTo>
                <a:cubicBezTo>
                  <a:pt x="9" y="240"/>
                  <a:pt x="9" y="240"/>
                  <a:pt x="9" y="240"/>
                </a:cubicBezTo>
                <a:cubicBezTo>
                  <a:pt x="0" y="227"/>
                  <a:pt x="4" y="210"/>
                  <a:pt x="17" y="202"/>
                </a:cubicBezTo>
                <a:cubicBezTo>
                  <a:pt x="317" y="9"/>
                  <a:pt x="317" y="9"/>
                  <a:pt x="317" y="9"/>
                </a:cubicBezTo>
                <a:cubicBezTo>
                  <a:pt x="330" y="0"/>
                  <a:pt x="347" y="4"/>
                  <a:pt x="356" y="17"/>
                </a:cubicBezTo>
                <a:lnTo>
                  <a:pt x="549" y="317"/>
                </a:lnTo>
                <a:close/>
              </a:path>
            </a:pathLst>
          </a:custGeom>
          <a:solidFill>
            <a:srgbClr val="BB2836"/>
          </a:solidFill>
          <a:ln w="9525">
            <a:noFill/>
            <a:round/>
          </a:ln>
        </p:spPr>
        <p:txBody>
          <a:bodyPr vert="horz" wrap="square" lIns="91440" tIns="45720" rIns="91440" bIns="45720" anchor="t"/>
          <a:lstStyle/>
          <a:p>
            <a:endParaRPr/>
          </a:p>
        </p:txBody>
      </p:sp>
      <p:sp>
        <p:nvSpPr>
          <p:cNvPr id="51" name="Freeform 50">
            <a:extLst>
              <a:ext uri="{FF2B5EF4-FFF2-40B4-BE49-F238E27FC236}">
                <ns2:creationId id="{332F7E36-F52B-6E7C-4103-8A7FEAF37534}"/>
              </a:ext>
            </a:extLst>
          </p:cNvPr>
          <p:cNvSpPr>
            <a:spLocks noGrp="1"/>
          </p:cNvSpPr>
          <p:nvPr/>
        </p:nvSpPr>
        <p:spPr>
          <a:xfrm rot="0" flipH="0" flipV="0">
            <a:off x="5906805" y="6359821"/>
            <a:ext cx="160766" cy="162193"/>
          </a:xfrm>
          <a:custGeom>
            <a:rect l="0" t="0" r="r" b="b"/>
            <a:pathLst>
              <a:path w="285" h="287">
                <a:moveTo>
                  <a:pt x="200" y="101"/>
                </a:moveTo>
                <a:cubicBezTo>
                  <a:pt x="220" y="122"/>
                  <a:pt x="248" y="139"/>
                  <a:pt x="285" y="151"/>
                </a:cubicBezTo>
                <a:cubicBezTo>
                  <a:pt x="264" y="178"/>
                  <a:pt x="264" y="178"/>
                  <a:pt x="264" y="178"/>
                </a:cubicBezTo>
                <a:cubicBezTo>
                  <a:pt x="233" y="168"/>
                  <a:pt x="209" y="157"/>
                  <a:pt x="189" y="144"/>
                </a:cubicBezTo>
                <a:cubicBezTo>
                  <a:pt x="169" y="130"/>
                  <a:pt x="153" y="115"/>
                  <a:pt x="141" y="97"/>
                </a:cubicBezTo>
                <a:cubicBezTo>
                  <a:pt x="130" y="115"/>
                  <a:pt x="114" y="130"/>
                  <a:pt x="94" y="144"/>
                </a:cubicBezTo>
                <a:cubicBezTo>
                  <a:pt x="74" y="157"/>
                  <a:pt x="49" y="168"/>
                  <a:pt x="19" y="178"/>
                </a:cubicBezTo>
                <a:cubicBezTo>
                  <a:pt x="0" y="151"/>
                  <a:pt x="0" y="151"/>
                  <a:pt x="0" y="151"/>
                </a:cubicBezTo>
                <a:cubicBezTo>
                  <a:pt x="35" y="139"/>
                  <a:pt x="62" y="122"/>
                  <a:pt x="82" y="101"/>
                </a:cubicBezTo>
                <a:cubicBezTo>
                  <a:pt x="106" y="75"/>
                  <a:pt x="118" y="41"/>
                  <a:pt x="118" y="0"/>
                </a:cubicBezTo>
                <a:cubicBezTo>
                  <a:pt x="165" y="0"/>
                  <a:pt x="165" y="0"/>
                  <a:pt x="165" y="0"/>
                </a:cubicBezTo>
                <a:cubicBezTo>
                  <a:pt x="165" y="42"/>
                  <a:pt x="177" y="76"/>
                  <a:pt x="200" y="101"/>
                </a:cubicBezTo>
                <a:close/>
                <a:moveTo>
                  <a:pt x="282" y="252"/>
                </a:moveTo>
                <a:cubicBezTo>
                  <a:pt x="282" y="287"/>
                  <a:pt x="282" y="287"/>
                  <a:pt x="282" y="287"/>
                </a:cubicBezTo>
                <a:cubicBezTo>
                  <a:pt x="2" y="287"/>
                  <a:pt x="2" y="287"/>
                  <a:pt x="2" y="287"/>
                </a:cubicBezTo>
                <a:cubicBezTo>
                  <a:pt x="2" y="252"/>
                  <a:pt x="2" y="252"/>
                  <a:pt x="2" y="252"/>
                </a:cubicBezTo>
                <a:lnTo>
                  <a:pt x="282" y="252"/>
                </a:lnTo>
                <a:close/>
              </a:path>
            </a:pathLst>
          </a:custGeom>
          <a:solidFill>
            <a:srgbClr val="231F20"/>
          </a:solidFill>
          <a:ln w="9525">
            <a:noFill/>
            <a:round/>
          </a:ln>
        </p:spPr>
        <p:txBody>
          <a:bodyPr vert="horz" wrap="square" lIns="91440" tIns="45720" rIns="91440" bIns="45720" anchor="t"/>
          <a:lstStyle/>
          <a:p>
            <a:endParaRPr/>
          </a:p>
        </p:txBody>
      </p:sp>
      <p:sp>
        <p:nvSpPr>
          <p:cNvPr id="52" name="Freeform 51">
            <a:extLst>
              <a:ext uri="{FF2B5EF4-FFF2-40B4-BE49-F238E27FC236}">
                <ns2:creationId id="{2499BFCE-5D8A-7BD7-A972-2DE5F0ACBB17}"/>
              </a:ext>
            </a:extLst>
          </p:cNvPr>
          <p:cNvSpPr>
            <a:spLocks noGrp="1"/>
          </p:cNvSpPr>
          <p:nvPr/>
        </p:nvSpPr>
        <p:spPr>
          <a:xfrm rot="0" flipH="0" flipV="0">
            <a:off x="6070187" y="6240197"/>
            <a:ext cx="231636" cy="233301"/>
          </a:xfrm>
          <a:custGeom>
            <a:rect l="0" t="0" r="r" b="b"/>
            <a:pathLst>
              <a:path w="411" h="413">
                <a:moveTo>
                  <a:pt x="236" y="0"/>
                </a:moveTo>
                <a:cubicBezTo>
                  <a:pt x="257" y="31"/>
                  <a:pt x="257" y="31"/>
                  <a:pt x="257" y="31"/>
                </a:cubicBezTo>
                <a:cubicBezTo>
                  <a:pt x="223" y="53"/>
                  <a:pt x="223" y="53"/>
                  <a:pt x="223" y="53"/>
                </a:cubicBezTo>
                <a:cubicBezTo>
                  <a:pt x="249" y="94"/>
                  <a:pt x="249" y="94"/>
                  <a:pt x="249" y="94"/>
                </a:cubicBezTo>
                <a:cubicBezTo>
                  <a:pt x="283" y="72"/>
                  <a:pt x="283" y="72"/>
                  <a:pt x="283" y="72"/>
                </a:cubicBezTo>
                <a:cubicBezTo>
                  <a:pt x="303" y="104"/>
                  <a:pt x="303" y="104"/>
                  <a:pt x="303" y="104"/>
                </a:cubicBezTo>
                <a:cubicBezTo>
                  <a:pt x="210" y="164"/>
                  <a:pt x="210" y="164"/>
                  <a:pt x="210" y="164"/>
                </a:cubicBezTo>
                <a:cubicBezTo>
                  <a:pt x="224" y="187"/>
                  <a:pt x="224" y="187"/>
                  <a:pt x="224" y="187"/>
                </a:cubicBezTo>
                <a:cubicBezTo>
                  <a:pt x="328" y="119"/>
                  <a:pt x="328" y="119"/>
                  <a:pt x="328" y="119"/>
                </a:cubicBezTo>
                <a:cubicBezTo>
                  <a:pt x="349" y="151"/>
                  <a:pt x="349" y="151"/>
                  <a:pt x="349" y="151"/>
                </a:cubicBezTo>
                <a:cubicBezTo>
                  <a:pt x="92" y="318"/>
                  <a:pt x="92" y="318"/>
                  <a:pt x="92" y="318"/>
                </a:cubicBezTo>
                <a:cubicBezTo>
                  <a:pt x="71" y="286"/>
                  <a:pt x="71" y="286"/>
                  <a:pt x="71" y="286"/>
                </a:cubicBezTo>
                <a:cubicBezTo>
                  <a:pt x="181" y="215"/>
                  <a:pt x="181" y="215"/>
                  <a:pt x="181" y="215"/>
                </a:cubicBezTo>
                <a:cubicBezTo>
                  <a:pt x="166" y="193"/>
                  <a:pt x="166" y="193"/>
                  <a:pt x="166" y="193"/>
                </a:cubicBezTo>
                <a:cubicBezTo>
                  <a:pt x="67" y="257"/>
                  <a:pt x="67" y="257"/>
                  <a:pt x="67" y="257"/>
                </a:cubicBezTo>
                <a:cubicBezTo>
                  <a:pt x="47" y="225"/>
                  <a:pt x="47" y="225"/>
                  <a:pt x="47" y="225"/>
                </a:cubicBezTo>
                <a:cubicBezTo>
                  <a:pt x="81" y="203"/>
                  <a:pt x="81" y="203"/>
                  <a:pt x="81" y="203"/>
                </a:cubicBezTo>
                <a:cubicBezTo>
                  <a:pt x="55" y="163"/>
                  <a:pt x="55" y="163"/>
                  <a:pt x="55" y="163"/>
                </a:cubicBezTo>
                <a:cubicBezTo>
                  <a:pt x="21" y="185"/>
                  <a:pt x="21" y="185"/>
                  <a:pt x="21" y="185"/>
                </a:cubicBezTo>
                <a:cubicBezTo>
                  <a:pt x="0" y="153"/>
                  <a:pt x="0" y="153"/>
                  <a:pt x="0" y="153"/>
                </a:cubicBezTo>
                <a:lnTo>
                  <a:pt x="236" y="0"/>
                </a:lnTo>
                <a:close/>
                <a:moveTo>
                  <a:pt x="99" y="134"/>
                </a:moveTo>
                <a:cubicBezTo>
                  <a:pt x="125" y="175"/>
                  <a:pt x="125" y="175"/>
                  <a:pt x="125" y="175"/>
                </a:cubicBezTo>
                <a:cubicBezTo>
                  <a:pt x="205" y="122"/>
                  <a:pt x="205" y="122"/>
                  <a:pt x="205" y="122"/>
                </a:cubicBezTo>
                <a:cubicBezTo>
                  <a:pt x="179" y="82"/>
                  <a:pt x="179" y="82"/>
                  <a:pt x="179" y="82"/>
                </a:cubicBezTo>
                <a:lnTo>
                  <a:pt x="99" y="134"/>
                </a:lnTo>
                <a:close/>
                <a:moveTo>
                  <a:pt x="348" y="182"/>
                </a:moveTo>
                <a:cubicBezTo>
                  <a:pt x="411" y="278"/>
                  <a:pt x="411" y="278"/>
                  <a:pt x="411" y="278"/>
                </a:cubicBezTo>
                <a:cubicBezTo>
                  <a:pt x="219" y="403"/>
                  <a:pt x="219" y="403"/>
                  <a:pt x="219" y="403"/>
                </a:cubicBezTo>
                <a:cubicBezTo>
                  <a:pt x="207" y="411"/>
                  <a:pt x="196" y="413"/>
                  <a:pt x="186" y="412"/>
                </a:cubicBezTo>
                <a:cubicBezTo>
                  <a:pt x="177" y="410"/>
                  <a:pt x="169" y="404"/>
                  <a:pt x="162" y="394"/>
                </a:cubicBezTo>
                <a:cubicBezTo>
                  <a:pt x="120" y="329"/>
                  <a:pt x="120" y="329"/>
                  <a:pt x="120" y="329"/>
                </a:cubicBezTo>
                <a:lnTo>
                  <a:pt x="348" y="182"/>
                </a:lnTo>
                <a:close/>
                <a:moveTo>
                  <a:pt x="185" y="333"/>
                </a:moveTo>
                <a:cubicBezTo>
                  <a:pt x="206" y="365"/>
                  <a:pt x="206" y="365"/>
                  <a:pt x="206" y="365"/>
                </a:cubicBezTo>
                <a:cubicBezTo>
                  <a:pt x="346" y="275"/>
                  <a:pt x="346" y="275"/>
                  <a:pt x="346" y="275"/>
                </a:cubicBezTo>
                <a:cubicBezTo>
                  <a:pt x="325" y="243"/>
                  <a:pt x="325" y="243"/>
                  <a:pt x="325" y="243"/>
                </a:cubicBezTo>
                <a:lnTo>
                  <a:pt x="185" y="333"/>
                </a:lnTo>
                <a:close/>
              </a:path>
            </a:pathLst>
          </a:custGeom>
          <a:solidFill>
            <a:srgbClr val="FFFFFF"/>
          </a:solidFill>
          <a:ln w="9525">
            <a:noFill/>
            <a:round/>
          </a:ln>
        </p:spPr>
        <p:txBody>
          <a:bodyPr vert="horz" wrap="square" lIns="91440" tIns="45720" rIns="91440" bIns="45720" anchor="t"/>
          <a:lstStyle/>
          <a:p>
            <a:endParaRPr/>
          </a:p>
        </p:txBody>
      </p:sp>
      <p:sp>
        <p:nvSpPr>
          <p:cNvPr id="40" name="직사각형 39">
            <a:hlinkClick r:id="R0a7e85be5cbb49a4"/>
            <a:extLst>
              <a:ext uri="{FF2B5EF4-FFF2-40B4-BE49-F238E27FC236}">
                <ns2:creationId id="{9FF3C7EF-BFC1-5FF8-CEBB-B9F43A4DA92D}"/>
              </a:ext>
            </a:extLst>
          </p:cNvPr>
          <p:cNvSpPr>
            <a:spLocks noGrp="1"/>
          </p:cNvSpPr>
          <p:nvPr/>
        </p:nvSpPr>
        <p:spPr>
          <a:xfrm rot="0" flipH="0" flipV="0">
            <a:off x="5712822" y="6200502"/>
            <a:ext cx="775064" cy="3483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4" name="RoomPick Header Korean">
            <a:extLst>
              <a:ext uri="{FF2B5EF4-FFF2-40B4-BE49-F238E27FC236}">
                <ns2:creationId id="{28B9BC12-4642-4004-93BB-69A075A105FB}"/>
              </a:ext>
            </a:extLst>
          </p:cNvPr>
          <p:cNvSpPr>
            <a:spLocks noGrp="1"/>
          </p:cNvSpPr>
          <p:nvPr/>
        </p:nvSpPr>
        <p:spPr>
          <a:xfrm>
            <a:off x="952500" y="171450"/>
            <a:ext cx="1762125"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RoomPick</a:t>
            </a:r>
          </a:p>
        </p:txBody>
      </p:sp>
      <p:sp>
        <p:nvSpPr>
          <p:cNvPr id="55" name="RoomPick Header English">
            <a:extLst>
              <a:ext uri="{FF2B5EF4-FFF2-40B4-BE49-F238E27FC236}">
                <ns2:creationId id="{6CBA43D8-8797-415C-B4C5-23DCD4FD8F8B}"/>
              </a:ext>
            </a:extLst>
          </p:cNvPr>
          <p:cNvSpPr>
            <a:spLocks noGrp="1"/>
          </p:cNvSpPr>
          <p:nvPr/>
        </p:nvSpPr>
        <p:spPr>
          <a:xfrm>
            <a:off x="2867025"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Project Overview</a:t>
            </a:r>
          </a:p>
        </p:txBody>
      </p:sp>
      <p:nvGrpSpPr>
        <p:cNvPr id="56" name=""/>
        <p:cNvGrpSpPr/>
        <p:nvPr/>
      </p:nvGrpSpPr>
      <p:sp>
        <p:nvSpPr>
          <p:cNvPr id="57" name="RoomPick Docs Content">
            <a:extLst>
              <a:ext uri="{FF2B5EF4-FFF2-40B4-BE49-F238E27FC236}">
                <ns2:creationId id="{FB6D260B-806A-4B97-9E7D-453B137AAF99}"/>
              </a:ext>
            </a:extLst>
          </p:cNvPr>
          <p:cNvSpPr>
            <a:spLocks noGrp="1"/>
          </p:cNvSpPr>
          <p:nvPr/>
        </p:nvSpPr>
        <p:spPr>
          <a:xfrm>
            <a:off x="4286250" y="2314575"/>
            <a:ext cx="6762750" cy="762000"/>
          </a:xfrm>
          <a:prstGeom prst="rect">
            <a:avLst/>
          </a:prstGeom>
          <a:noFill/>
          <a:ln w="0">
            <a:noFill/>
          </a:ln>
        </p:spPr>
        <p:txBody>
          <a:bodyPr lIns="0" tIns="0" rIns="0" bIns="0" anchor="t">
            <a:noAutofit/>
          </a:bodyPr>
          <a:lstStyle>
            <a:defPPr algn="l">
              <a:defRPr sz="3600" b="0">
                <a:solidFill>
                  <a:srgbClr val="262626"/>
                </a:solidFill>
                <a:latin typeface="Noto Sans"/>
                <a:ea typeface="Noto Sans"/>
                <a:cs typeface="Noto Sans"/>
              </a:defRPr>
            </a:defPPr>
          </a:lstStyle>
          <a:p>
            <a:pPr algn="l">
              <a:defRPr sz="3600" b="0">
                <a:solidFill>
                  <a:srgbClr val="262626"/>
                </a:solidFill>
                <a:latin typeface="Noto Sans"/>
                <a:ea typeface="Noto Sans"/>
                <a:cs typeface="Noto Sans"/>
              </a:defRPr>
            </a:pPr>
            <a:r>
              <a:rPr sz="3600" b="0">
                <a:solidFill>
                  <a:srgbClr val="262626"/>
                </a:solidFill>
                <a:latin typeface="Noto Sans"/>
                <a:ea typeface="Noto Sans"/>
                <a:cs typeface="Noto Sans"/>
              </a:rPr>
              <a:t>RoomPick</a:t>
            </a:r>
          </a:p>
        </p:txBody>
      </p:sp>
      <p:sp>
        <p:nvSpPr>
          <p:cNvPr id="58" name="RoomPick Docs Content">
            <a:extLst>
              <a:ext uri="{FF2B5EF4-FFF2-40B4-BE49-F238E27FC236}">
                <ns2:creationId id="{18BFC249-2DBC-4609-8903-54D69DF2E3BB}"/>
              </a:ext>
            </a:extLst>
          </p:cNvPr>
          <p:cNvSpPr>
            <a:spLocks noGrp="1"/>
          </p:cNvSpPr>
          <p:nvPr/>
        </p:nvSpPr>
        <p:spPr>
          <a:xfrm>
            <a:off x="4324350" y="3276600"/>
            <a:ext cx="6667500" cy="457200"/>
          </a:xfrm>
          <a:prstGeom prst="rect">
            <a:avLst/>
          </a:prstGeom>
          <a:noFill/>
          <a:ln w="0">
            <a:noFill/>
          </a:ln>
        </p:spPr>
        <p:txBody>
          <a:bodyPr lIns="0" tIns="0" rIns="0" bIns="0" anchor="t">
            <a:noAutofit/>
          </a:bodyPr>
          <a:lstStyle>
            <a:defPPr algn="l">
              <a:defRPr sz="1800" b="0">
                <a:solidFill>
                  <a:srgbClr val="262626"/>
                </a:solidFill>
                <a:latin typeface="Noto Sans"/>
                <a:ea typeface="Noto Sans"/>
                <a:cs typeface="Noto Sans"/>
              </a:defRPr>
            </a:defPPr>
          </a:lstStyle>
          <a:p>
            <a:pPr algn="l">
              <a:defRPr sz="1800" b="0">
                <a:solidFill>
                  <a:srgbClr val="262626"/>
                </a:solidFill>
                <a:latin typeface="Noto Sans"/>
                <a:ea typeface="Noto Sans"/>
                <a:cs typeface="Noto Sans"/>
              </a:defRPr>
            </a:pPr>
            <a:r>
              <a:rPr sz="1800" b="0">
                <a:solidFill>
                  <a:srgbClr val="262626"/>
                </a:solidFill>
                <a:latin typeface="Noto Sans"/>
                <a:ea typeface="Noto Sans"/>
                <a:cs typeface="Noto Sans"/>
              </a:rPr>
              <a:t>스케치 기반 인테리어 추천 플랫폼</a:t>
            </a:r>
          </a:p>
        </p:txBody>
      </p:sp>
      <p:sp>
        <p:nvSpPr>
          <p:cNvPr id="59" name="RoomPick Docs Content">
            <a:extLst>
              <a:ext uri="{FF2B5EF4-FFF2-40B4-BE49-F238E27FC236}">
                <ns2:creationId id="{30C57B56-A3C5-4533-85C3-12D013B0B85B}"/>
              </a:ext>
            </a:extLst>
          </p:cNvPr>
          <p:cNvSpPr>
            <a:spLocks noGrp="1"/>
          </p:cNvSpPr>
          <p:nvPr/>
        </p:nvSpPr>
        <p:spPr>
          <a:xfrm>
            <a:off x="4324350" y="3848100"/>
            <a:ext cx="7048500" cy="457200"/>
          </a:xfrm>
          <a:prstGeom prst="rect">
            <a:avLst/>
          </a:prstGeom>
          <a:noFill/>
          <a:ln w="0">
            <a:noFill/>
          </a:ln>
        </p:spPr>
        <p:txBody>
          <a:bodyPr lIns="0" tIns="0" rIns="0" bIns="0" anchor="t">
            <a:noAutofit/>
          </a:bodyPr>
          <a:lstStyle>
            <a:defPPr algn="l">
              <a:defRPr sz="1500" b="0">
                <a:solidFill>
                  <a:srgbClr val="78BFFF"/>
                </a:solidFill>
                <a:latin typeface="Noto Sans"/>
                <a:ea typeface="Noto Sans"/>
                <a:cs typeface="Noto Sans"/>
              </a:defRPr>
            </a:defPPr>
          </a:lstStyle>
          <a:p>
            <a:pPr algn="l">
              <a:defRPr sz="1500" b="0">
                <a:solidFill>
                  <a:srgbClr val="78BFFF"/>
                </a:solidFill>
                <a:latin typeface="Noto Sans"/>
                <a:ea typeface="Noto Sans"/>
                <a:cs typeface="Noto Sans"/>
              </a:defRPr>
            </a:pPr>
            <a:r>
              <a:rPr sz="1500" b="0">
                <a:solidFill>
                  <a:srgbClr val="78BFFF"/>
                </a:solidFill>
                <a:latin typeface="Noto Sans"/>
                <a:ea typeface="Noto Sans"/>
                <a:cs typeface="Noto Sans"/>
              </a:rPr>
              <a:t>사진에 담은 의도를 공간으로, 유사 상품 탐색으로</a:t>
            </a:r>
          </a:p>
        </p:txBody>
      </p:sp>
      <p:sp>
        <p:nvSpPr>
          <p:cNvPr id="60" name="RoomPick Docs Content">
            <a:extLst>
              <a:ext uri="{FF2B5EF4-FFF2-40B4-BE49-F238E27FC236}">
                <ns2:creationId id="{AFF29F73-3D8D-43D0-9048-601722A46359}"/>
              </a:ext>
            </a:extLst>
          </p:cNvPr>
          <p:cNvSpPr>
            <a:spLocks noGrp="1"/>
          </p:cNvSpPr>
          <p:nvPr/>
        </p:nvSpPr>
        <p:spPr>
          <a:xfrm>
            <a:off x="4324350" y="4752975"/>
            <a:ext cx="6572250" cy="323850"/>
          </a:xfrm>
          <a:prstGeom prst="rect">
            <a:avLst/>
          </a:prstGeom>
          <a:noFill/>
          <a:ln w="0">
            <a:noFill/>
          </a:ln>
        </p:spPr>
        <p:txBody>
          <a:bodyPr lIns="0" tIns="0" rIns="0" bIns="0" anchor="t">
            <a:noAutofit/>
          </a:bodyPr>
          <a:lstStyle>
            <a:defPPr algn="l">
              <a:defRPr sz="1350" b="0">
                <a:solidFill>
                  <a:srgbClr val="808080"/>
                </a:solidFill>
                <a:latin typeface="Noto Sans"/>
                <a:ea typeface="Noto Sans"/>
                <a:cs typeface="Noto Sans"/>
              </a:defRPr>
            </a:defPPr>
          </a:lstStyle>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MLOps 3차 프로젝트  Team 3</a:t>
            </a:r>
          </a:p>
        </p:txBody>
      </p:sp>
      <p:sp>
        <p:nvSpPr>
          <p:cNvPr id="61" name="RoomPick Docs Content">
            <a:extLst>
              <a:ext uri="{FF2B5EF4-FFF2-40B4-BE49-F238E27FC236}">
                <ns2:creationId id="{7D1033B8-82B4-42D2-A218-DF2076A3801C}"/>
              </a:ext>
            </a:extLst>
          </p:cNvPr>
          <p:cNvSpPr>
            <a:spLocks noGrp="1"/>
          </p:cNvSpPr>
          <p:nvPr/>
        </p:nvSpPr>
        <p:spPr>
          <a:xfrm>
            <a:off x="4324350" y="5314950"/>
            <a:ext cx="6191250" cy="285750"/>
          </a:xfrm>
          <a:prstGeom prst="rect">
            <a:avLst/>
          </a:prstGeom>
          <a:noFill/>
          <a:ln w="0">
            <a:noFill/>
          </a:ln>
        </p:spPr>
        <p:txBody>
          <a:bodyPr lIns="0" tIns="0" rIns="0" bIns="0" anchor="t">
            <a:noAutofit/>
          </a:bodyPr>
          <a:lstStyle>
            <a:defPPr algn="l">
              <a:defRPr sz="1200" b="0">
                <a:solidFill>
                  <a:srgbClr val="A6A6A6"/>
                </a:solidFill>
                <a:latin typeface="Noto Sans"/>
                <a:ea typeface="Noto Sans"/>
                <a:cs typeface="Noto Sans"/>
              </a:defRPr>
            </a:defPPr>
          </a:lstStyle>
          <a:p>
            <a:pPr algn="l">
              <a:defRPr sz="1200" b="0">
                <a:solidFill>
                  <a:srgbClr val="A6A6A6"/>
                </a:solidFill>
                <a:latin typeface="Noto Sans"/>
                <a:ea typeface="Noto Sans"/>
                <a:cs typeface="Noto Sans"/>
              </a:defRPr>
            </a:pPr>
            <a:r>
              <a:rPr sz="1200" b="0">
                <a:solidFill>
                  <a:srgbClr val="A6A6A6"/>
                </a:solidFill>
                <a:latin typeface="Noto Sans"/>
                <a:ea typeface="Noto Sans"/>
                <a:cs typeface="Noto Sans"/>
              </a:rPr>
              <a:t>내부 비공개 시제품</a:t>
            </a:r>
          </a:p>
        </p:txBody>
      </p:sp>
    </p:spTree>
    <p:extLst>
      <p:ext uri="{BB962C8B-B14F-4D97-AF65-F5344CB8AC3E}">
        <ns4:creationId val="1770631903"/>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sp>
        <p:nvSpPr>
          <p:cNvPr id="14" name="직선 연결선 13">
            <a:extLst>
              <a:ext uri="{FF2B5EF4-FFF2-40B4-BE49-F238E27FC236}">
                <ns2:creationId id="{AA95470D-A4E1-4954-8E30-3C05E48AA9EE}"/>
              </a:ext>
            </a:extLst>
          </p:cNvPr>
          <p:cNvSpPr>
            <a:spLocks noGrp="1"/>
          </p:cNvSpPr>
          <p:nvPr/>
        </p:nvSpPr>
        <p:spPr>
          <a:xfrm rot="0" flipH="0" flipV="0">
            <a:off x="798951" y="1866548"/>
            <a:ext cx="10594099" cy="0"/>
          </a:xfrm>
          <a:prstGeom prst="line">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sp>
      <p:sp>
        <p:nvSpPr>
          <p:cNvPr id="15" name="직선 연결선 14">
            <a:extLst>
              <a:ext uri="{FF2B5EF4-FFF2-40B4-BE49-F238E27FC236}">
                <ns2:creationId id="{837FE6F1-AD1C-41A5-8470-76EB3FF0BF24}"/>
              </a:ext>
            </a:extLst>
          </p:cNvPr>
          <p:cNvSpPr>
            <a:spLocks noGrp="1"/>
          </p:cNvSpPr>
          <p:nvPr/>
        </p:nvSpPr>
        <p:spPr>
          <a:xfrm rot="0" flipH="0" flipV="0">
            <a:off x="798951" y="1866548"/>
            <a:ext cx="1502289"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sp>
      <p:sp>
        <p:nvSpPr>
          <p:cNvPr id="11" name="사각형: 둥근 모서리 10">
            <a:extLst>
              <a:ext uri="{FF2B5EF4-FFF2-40B4-BE49-F238E27FC236}">
                <ns2:creationId id="{E251BFBE-D7D8-86D9-FD19-0F69D10E09C7}"/>
              </a:ext>
            </a:extLst>
          </p:cNvPr>
          <p:cNvSpPr>
            <a:spLocks noGrp="1"/>
          </p:cNvSpPr>
          <p:nvPr/>
        </p:nvSpPr>
        <p:spPr>
          <a:xfrm rot="0" flipH="0" flipV="0">
            <a:off x="7769664" y="2492088"/>
            <a:ext cx="3623386" cy="470909"/>
          </a:xfrm>
          <a:prstGeom prst="roundRect">
            <a:avLst/>
          </a:prstGeom>
          <a:solidFill>
            <a:schemeClr val="bg1"/>
          </a:solidFill>
          <a:ln w="9525">
            <a:solidFill>
              <a:schemeClr val="bg1">
                <a:lumMod val="95000"/>
              </a:schemeClr>
            </a:solidFill>
          </a:ln>
          <a:effectLst>
            <a:outerShdw blurRad="25400" dist="12700" dir="54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txBody>
          <a:bodyPr wrap="none" rIns="0" anchor="ctr"/>
          <a:lstStyle/>
          <a:p>
            <a:pPr algn="ctr">
              <a:buNone/>
            </a:pPr>
            <a:endParaRPr sz="1400">
              <a:solidFill>
                <a:schemeClr val="accent4">
                  <a:lumMod val="10000"/>
                </a:schemeClr>
              </a:solidFill>
              <a:latin typeface="+mj-ea"/>
              <a:ea typeface="+mj-ea"/>
              <a:cs typeface="+mj-ea"/>
            </a:endParaRPr>
          </a:p>
        </p:txBody>
      </p:sp>
      <p:sp>
        <p:nvSpPr>
          <p:cNvPr id="60" name="TextBox 59">
            <a:extLst>
              <a:ext uri="{FF2B5EF4-FFF2-40B4-BE49-F238E27FC236}">
                <ns2:creationId id="{3E53E9DA-5820-4D13-8140-94C33861A8E4}"/>
              </a:ext>
            </a:extLst>
          </p:cNvPr>
          <p:cNvSpPr>
            <a:spLocks noGrp="1"/>
          </p:cNvSpPr>
          <p:nvPr/>
        </p:nvSpPr>
        <p:spPr>
          <a:xfrm rot="0" flipH="1" flipV="0">
            <a:off x="7976925" y="2589042"/>
            <a:ext cx="410988" cy="276999"/>
          </a:xfrm>
          <a:prstGeom prst="rect">
            <a:avLst/>
          </a:prstGeom>
          <a:noFill/>
        </p:spPr>
        <p:txBody>
          <a:bodyPr wrap="square" lIns="0" rIns="0">
            <a:spAutoFit/>
          </a:bodyPr>
          <a:lstStyle/>
          <a:p>
            <a:r>
              <a:rPr sz="1200">
                <a:latin typeface="+mj-ea"/>
                <a:ea typeface="+mj-ea"/>
                <a:cs typeface="+mj-ea"/>
              </a:rPr>
              <a:t>01</a:t>
            </a:r>
            <a:endParaRPr sz="1200">
              <a:latin typeface="+mj-ea"/>
              <a:ea typeface="+mj-ea"/>
              <a:cs typeface="+mj-ea"/>
            </a:endParaRPr>
          </a:p>
        </p:txBody>
      </p:sp>
      <p:pic>
        <p:nvPicPr>
          <p:cNvPr id="93" name="그림 개체 틀 92">
            <a:extLst>
              <a:ext uri="{FF2B5EF4-FFF2-40B4-BE49-F238E27FC236}">
                <ns2:creationId id="{E90D788B-7372-44BF-B812-819B62C3DF7D}"/>
              </a:ext>
            </a:extLst>
          </p:cNvPr>
          <p:cNvPicPr>
            <a:picLocks noChangeAspect="1"/>
          </p:cNvPicPr>
          <p:nvPr>
            <p:ph type="pic" idx="13"/>
          </p:nvPr>
        </p:nvPicPr>
        <p:blipFill>
          <a:blip r:embed="Rf700357e0d474dab"/>
          <a:srcRect l="8781" t="0" r="8781" b="0"/>
          <a:stretch>
            <a:fillRect l="0" t="0" r="0" b="0"/>
          </a:stretch>
        </p:blipFill>
        <p:spPr>
          <a:xfrm>
            <a:off x="800100" y="2486025"/>
            <a:ext cx="5953125" cy="2724150"/>
          </a:xfrm>
        </p:spPr>
      </p:pic>
      <p:sp>
        <p:nvSpPr>
          <p:cNvPr id="77" name="사각형: 둥근 모서리 76">
            <a:extLst>
              <a:ext uri="{FF2B5EF4-FFF2-40B4-BE49-F238E27FC236}">
                <ns2:creationId id="{BD17931E-F6DE-C42C-3C13-D4A8C2CA009C}"/>
              </a:ext>
            </a:extLst>
          </p:cNvPr>
          <p:cNvSpPr>
            <a:spLocks noGrp="1"/>
          </p:cNvSpPr>
          <p:nvPr/>
        </p:nvSpPr>
        <p:spPr>
          <a:xfrm rot="0" flipH="0" flipV="0">
            <a:off x="7769664" y="3216806"/>
            <a:ext cx="3623386" cy="470909"/>
          </a:xfrm>
          <a:prstGeom prst="roundRect">
            <a:avLst/>
          </a:prstGeom>
          <a:solidFill>
            <a:schemeClr val="bg1"/>
          </a:solidFill>
          <a:ln w="9525">
            <a:solidFill>
              <a:schemeClr val="bg1">
                <a:lumMod val="95000"/>
              </a:schemeClr>
            </a:solidFill>
          </a:ln>
          <a:effectLst>
            <a:outerShdw blurRad="25400" dist="12700" dir="54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txBody>
          <a:bodyPr wrap="none" rIns="0" anchor="ctr"/>
          <a:lstStyle/>
          <a:p>
            <a:pPr algn="ctr">
              <a:buNone/>
            </a:pPr>
            <a:endParaRPr sz="1400">
              <a:solidFill>
                <a:schemeClr val="accent4">
                  <a:lumMod val="10000"/>
                </a:schemeClr>
              </a:solidFill>
              <a:latin typeface="+mj-ea"/>
              <a:ea typeface="+mj-ea"/>
              <a:cs typeface="+mj-ea"/>
            </a:endParaRPr>
          </a:p>
        </p:txBody>
      </p:sp>
      <p:sp>
        <p:nvSpPr>
          <p:cNvPr id="79" name="TextBox 78">
            <a:extLst>
              <a:ext uri="{FF2B5EF4-FFF2-40B4-BE49-F238E27FC236}">
                <ns2:creationId id="{CA38B93D-D20A-17EE-B6D4-90F89C8F06E3}"/>
              </a:ext>
            </a:extLst>
          </p:cNvPr>
          <p:cNvSpPr>
            <a:spLocks noGrp="1"/>
          </p:cNvSpPr>
          <p:nvPr/>
        </p:nvSpPr>
        <p:spPr>
          <a:xfrm rot="0" flipH="1" flipV="0">
            <a:off x="7976925" y="3313760"/>
            <a:ext cx="410988" cy="276999"/>
          </a:xfrm>
          <a:prstGeom prst="rect">
            <a:avLst/>
          </a:prstGeom>
          <a:noFill/>
        </p:spPr>
        <p:txBody>
          <a:bodyPr wrap="square" lIns="0" rIns="0">
            <a:spAutoFit/>
          </a:bodyPr>
          <a:lstStyle/>
          <a:p>
            <a:r>
              <a:rPr sz="1200">
                <a:latin typeface="+mj-ea"/>
                <a:ea typeface="+mj-ea"/>
                <a:cs typeface="+mj-ea"/>
              </a:rPr>
              <a:t>02</a:t>
            </a:r>
            <a:endParaRPr sz="1200">
              <a:latin typeface="+mj-ea"/>
              <a:ea typeface="+mj-ea"/>
              <a:cs typeface="+mj-ea"/>
            </a:endParaRPr>
          </a:p>
        </p:txBody>
      </p:sp>
      <p:sp>
        <p:nvSpPr>
          <p:cNvPr id="81" name="사각형: 둥근 모서리 80">
            <a:extLst>
              <a:ext uri="{FF2B5EF4-FFF2-40B4-BE49-F238E27FC236}">
                <ns2:creationId id="{7AC3B3D1-F3FF-CB49-4C92-5E5058E310BA}"/>
              </a:ext>
            </a:extLst>
          </p:cNvPr>
          <p:cNvSpPr>
            <a:spLocks noGrp="1"/>
          </p:cNvSpPr>
          <p:nvPr/>
        </p:nvSpPr>
        <p:spPr>
          <a:xfrm rot="0" flipH="0" flipV="0">
            <a:off x="7769664" y="3941524"/>
            <a:ext cx="3623386" cy="470909"/>
          </a:xfrm>
          <a:prstGeom prst="roundRect">
            <a:avLst/>
          </a:prstGeom>
          <a:solidFill>
            <a:schemeClr val="bg1"/>
          </a:solidFill>
          <a:ln w="9525">
            <a:solidFill>
              <a:schemeClr val="bg1">
                <a:lumMod val="95000"/>
              </a:schemeClr>
            </a:solidFill>
          </a:ln>
          <a:effectLst>
            <a:outerShdw blurRad="25400" dist="12700" dir="54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txBody>
          <a:bodyPr wrap="none" rIns="0" anchor="ctr"/>
          <a:lstStyle/>
          <a:p>
            <a:pPr algn="ctr">
              <a:buNone/>
            </a:pPr>
            <a:endParaRPr sz="1400">
              <a:solidFill>
                <a:schemeClr val="accent4">
                  <a:lumMod val="10000"/>
                </a:schemeClr>
              </a:solidFill>
              <a:latin typeface="+mj-ea"/>
              <a:ea typeface="+mj-ea"/>
              <a:cs typeface="+mj-ea"/>
            </a:endParaRPr>
          </a:p>
        </p:txBody>
      </p:sp>
      <p:sp>
        <p:nvSpPr>
          <p:cNvPr id="83" name="TextBox 82">
            <a:extLst>
              <a:ext uri="{FF2B5EF4-FFF2-40B4-BE49-F238E27FC236}">
                <ns2:creationId id="{63AA49AF-07F2-C511-CE92-4ED5EE7907B0}"/>
              </a:ext>
            </a:extLst>
          </p:cNvPr>
          <p:cNvSpPr>
            <a:spLocks noGrp="1"/>
          </p:cNvSpPr>
          <p:nvPr/>
        </p:nvSpPr>
        <p:spPr>
          <a:xfrm rot="0" flipH="1" flipV="0">
            <a:off x="7976925" y="4038478"/>
            <a:ext cx="410988" cy="276999"/>
          </a:xfrm>
          <a:prstGeom prst="rect">
            <a:avLst/>
          </a:prstGeom>
          <a:noFill/>
        </p:spPr>
        <p:txBody>
          <a:bodyPr wrap="square" lIns="0" rIns="0">
            <a:spAutoFit/>
          </a:bodyPr>
          <a:lstStyle/>
          <a:p>
            <a:r>
              <a:rPr sz="1200">
                <a:latin typeface="+mj-ea"/>
                <a:ea typeface="+mj-ea"/>
                <a:cs typeface="+mj-ea"/>
              </a:rPr>
              <a:t>03</a:t>
            </a:r>
            <a:endParaRPr sz="1200">
              <a:latin typeface="+mj-ea"/>
              <a:ea typeface="+mj-ea"/>
              <a:cs typeface="+mj-ea"/>
            </a:endParaRPr>
          </a:p>
        </p:txBody>
      </p:sp>
      <p:sp>
        <p:nvSpPr>
          <p:cNvPr id="85" name="사각형: 둥근 모서리 84">
            <a:extLst>
              <a:ext uri="{FF2B5EF4-FFF2-40B4-BE49-F238E27FC236}">
                <ns2:creationId id="{A9CB9C8B-AB5D-DFCA-24E4-062D36C488FA}"/>
              </a:ext>
            </a:extLst>
          </p:cNvPr>
          <p:cNvSpPr>
            <a:spLocks noGrp="1"/>
          </p:cNvSpPr>
          <p:nvPr/>
        </p:nvSpPr>
        <p:spPr>
          <a:xfrm rot="0" flipH="0" flipV="0">
            <a:off x="7769664" y="4666242"/>
            <a:ext cx="3623386" cy="470909"/>
          </a:xfrm>
          <a:prstGeom prst="roundRect">
            <a:avLst/>
          </a:prstGeom>
          <a:solidFill>
            <a:schemeClr val="bg1"/>
          </a:solidFill>
          <a:ln w="9525">
            <a:solidFill>
              <a:schemeClr val="bg1">
                <a:lumMod val="95000"/>
              </a:schemeClr>
            </a:solidFill>
          </a:ln>
          <a:effectLst>
            <a:outerShdw blurRad="25400" dist="12700" dir="54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txBody>
          <a:bodyPr wrap="none" rIns="0" anchor="ctr"/>
          <a:lstStyle/>
          <a:p>
            <a:pPr algn="ctr">
              <a:buNone/>
            </a:pPr>
            <a:endParaRPr sz="1400">
              <a:solidFill>
                <a:schemeClr val="accent4">
                  <a:lumMod val="10000"/>
                </a:schemeClr>
              </a:solidFill>
              <a:latin typeface="+mj-ea"/>
              <a:ea typeface="+mj-ea"/>
              <a:cs typeface="+mj-ea"/>
            </a:endParaRPr>
          </a:p>
        </p:txBody>
      </p:sp>
      <p:sp>
        <p:nvSpPr>
          <p:cNvPr id="87" name="TextBox 86">
            <a:extLst>
              <a:ext uri="{FF2B5EF4-FFF2-40B4-BE49-F238E27FC236}">
                <ns2:creationId id="{61816D14-5CCB-9FF9-DB85-CB480C8E96E4}"/>
              </a:ext>
            </a:extLst>
          </p:cNvPr>
          <p:cNvSpPr>
            <a:spLocks noGrp="1"/>
          </p:cNvSpPr>
          <p:nvPr/>
        </p:nvSpPr>
        <p:spPr>
          <a:xfrm rot="0" flipH="1" flipV="0">
            <a:off x="7976925" y="4763196"/>
            <a:ext cx="410988" cy="276999"/>
          </a:xfrm>
          <a:prstGeom prst="rect">
            <a:avLst/>
          </a:prstGeom>
          <a:noFill/>
        </p:spPr>
        <p:txBody>
          <a:bodyPr wrap="square" lIns="0" rIns="0">
            <a:spAutoFit/>
          </a:bodyPr>
          <a:lstStyle/>
          <a:p>
            <a:r>
              <a:rPr sz="1200">
                <a:latin typeface="+mj-ea"/>
                <a:ea typeface="+mj-ea"/>
                <a:cs typeface="+mj-ea"/>
              </a:rPr>
              <a:t>04</a:t>
            </a:r>
            <a:endParaRPr sz="1200">
              <a:latin typeface="+mj-ea"/>
              <a:ea typeface="+mj-ea"/>
              <a:cs typeface="+mj-ea"/>
            </a:endParaRPr>
          </a:p>
        </p:txBody>
      </p:sp>
      <p:sp>
        <p:nvSpPr>
          <p:cNvPr id="94" name="RoomPick Header Korean">
            <a:extLst>
              <a:ext uri="{FF2B5EF4-FFF2-40B4-BE49-F238E27FC236}">
                <ns2:creationId id="{B64261C5-2B49-499E-B108-04110B74B0EA}"/>
              </a:ext>
            </a:extLst>
          </p:cNvPr>
          <p:cNvSpPr>
            <a:spLocks noGrp="1"/>
          </p:cNvSpPr>
          <p:nvPr/>
        </p:nvSpPr>
        <p:spPr>
          <a:xfrm>
            <a:off x="952500" y="171450"/>
            <a:ext cx="160020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발표 순서</a:t>
            </a:r>
          </a:p>
        </p:txBody>
      </p:sp>
      <p:sp>
        <p:nvSpPr>
          <p:cNvPr id="95" name="RoomPick Header English">
            <a:extLst>
              <a:ext uri="{FF2B5EF4-FFF2-40B4-BE49-F238E27FC236}">
                <ns2:creationId id="{D61B86B3-BBCB-46AD-B14D-973AEB972202}"/>
              </a:ext>
            </a:extLst>
          </p:cNvPr>
          <p:cNvSpPr>
            <a:spLocks noGrp="1"/>
          </p:cNvSpPr>
          <p:nvPr/>
        </p:nvSpPr>
        <p:spPr>
          <a:xfrm>
            <a:off x="270510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Contents</a:t>
            </a:r>
          </a:p>
        </p:txBody>
      </p:sp>
      <p:nvGrpSpPr>
        <p:cNvPr id="96" name=""/>
        <p:cNvGrpSpPr/>
        <p:nvPr/>
      </p:nvGrpSpPr>
      <p:sp>
        <p:nvSpPr>
          <p:cNvPr id="97" name="RoomPick Docs Content">
            <a:extLst>
              <a:ext uri="{FF2B5EF4-FFF2-40B4-BE49-F238E27FC236}">
                <ns2:creationId id="{CBD4D28E-DC86-4106-A2FA-D7FEA9FD6AE3}"/>
              </a:ext>
            </a:extLst>
          </p:cNvPr>
          <p:cNvSpPr>
            <a:spLocks noGrp="1"/>
          </p:cNvSpPr>
          <p:nvPr/>
        </p:nvSpPr>
        <p:spPr>
          <a:xfrm>
            <a:off x="8496300" y="2588895"/>
            <a:ext cx="2714625" cy="333375"/>
          </a:xfrm>
          <a:prstGeom prst="rect">
            <a:avLst/>
          </a:prstGeom>
          <a:noFill/>
          <a:ln w="0">
            <a:noFill/>
          </a:ln>
        </p:spPr>
        <p:txBody>
          <a:bodyPr lIns="0" tIns="0" rIns="0" bIns="0" anchor="t">
            <a:noAutofit/>
          </a:bodyPr>
          <a:lstStyle>
            <a:defPPr algn="r">
              <a:defRPr sz="1500" b="0">
                <a:solidFill>
                  <a:srgbClr val="262626"/>
                </a:solidFill>
                <a:latin typeface="Noto Sans"/>
                <a:ea typeface="Noto Sans"/>
                <a:cs typeface="Noto Sans"/>
              </a:defRPr>
            </a:defPPr>
          </a:lstStyle>
          <a:p>
            <a:pPr algn="r">
              <a:defRPr sz="1500" b="0">
                <a:solidFill>
                  <a:srgbClr val="262626"/>
                </a:solidFill>
                <a:latin typeface="Noto Sans"/>
                <a:ea typeface="Noto Sans"/>
                <a:cs typeface="Noto Sans"/>
              </a:defRPr>
            </a:pPr>
            <a:r>
              <a:rPr sz="1500" b="0">
                <a:solidFill>
                  <a:srgbClr val="262626"/>
                </a:solidFill>
                <a:latin typeface="Noto Sans"/>
                <a:ea typeface="Noto Sans"/>
                <a:cs typeface="Noto Sans"/>
              </a:rPr>
              <a:t>기획 배경과 팀 소개</a:t>
            </a:r>
          </a:p>
        </p:txBody>
      </p:sp>
      <p:sp>
        <p:nvSpPr>
          <p:cNvPr id="98" name="RoomPick Docs Content">
            <a:extLst>
              <a:ext uri="{FF2B5EF4-FFF2-40B4-BE49-F238E27FC236}">
                <ns2:creationId id="{B4C2EA94-E7C4-482B-A9A6-E4C803B9AB99}"/>
              </a:ext>
            </a:extLst>
          </p:cNvPr>
          <p:cNvSpPr>
            <a:spLocks noGrp="1"/>
          </p:cNvSpPr>
          <p:nvPr/>
        </p:nvSpPr>
        <p:spPr>
          <a:xfrm>
            <a:off x="8496300" y="3313748"/>
            <a:ext cx="2714625" cy="333375"/>
          </a:xfrm>
          <a:prstGeom prst="rect">
            <a:avLst/>
          </a:prstGeom>
          <a:noFill/>
          <a:ln w="0">
            <a:noFill/>
          </a:ln>
        </p:spPr>
        <p:txBody>
          <a:bodyPr lIns="0" tIns="0" rIns="0" bIns="0" anchor="t">
            <a:noAutofit/>
          </a:bodyPr>
          <a:lstStyle>
            <a:defPPr algn="r">
              <a:defRPr sz="1500" b="0">
                <a:solidFill>
                  <a:srgbClr val="262626"/>
                </a:solidFill>
                <a:latin typeface="Noto Sans"/>
                <a:ea typeface="Noto Sans"/>
                <a:cs typeface="Noto Sans"/>
              </a:defRPr>
            </a:defPPr>
          </a:lstStyle>
          <a:p>
            <a:pPr algn="r">
              <a:defRPr sz="1500" b="0">
                <a:solidFill>
                  <a:srgbClr val="262626"/>
                </a:solidFill>
                <a:latin typeface="Noto Sans"/>
                <a:ea typeface="Noto Sans"/>
                <a:cs typeface="Noto Sans"/>
              </a:defRPr>
            </a:pPr>
            <a:r>
              <a:rPr sz="1500" b="0">
                <a:solidFill>
                  <a:srgbClr val="262626"/>
                </a:solidFill>
                <a:latin typeface="Noto Sans"/>
                <a:ea typeface="Noto Sans"/>
                <a:cs typeface="Noto Sans"/>
              </a:rPr>
              <a:t>아키텍처와 서비스 흐름</a:t>
            </a:r>
          </a:p>
        </p:txBody>
      </p:sp>
      <p:sp>
        <p:nvSpPr>
          <p:cNvPr id="99" name="RoomPick Docs Content">
            <a:extLst>
              <a:ext uri="{FF2B5EF4-FFF2-40B4-BE49-F238E27FC236}">
                <ns2:creationId id="{AC6FEC03-48A6-444E-9D4A-E1639026D789}"/>
              </a:ext>
            </a:extLst>
          </p:cNvPr>
          <p:cNvSpPr>
            <a:spLocks noGrp="1"/>
          </p:cNvSpPr>
          <p:nvPr/>
        </p:nvSpPr>
        <p:spPr>
          <a:xfrm>
            <a:off x="8496300" y="4038600"/>
            <a:ext cx="2714625" cy="333375"/>
          </a:xfrm>
          <a:prstGeom prst="rect">
            <a:avLst/>
          </a:prstGeom>
          <a:noFill/>
          <a:ln w="0">
            <a:noFill/>
          </a:ln>
        </p:spPr>
        <p:txBody>
          <a:bodyPr lIns="0" tIns="0" rIns="0" bIns="0" anchor="t">
            <a:noAutofit/>
          </a:bodyPr>
          <a:lstStyle>
            <a:defPPr algn="r">
              <a:defRPr sz="1500" b="0">
                <a:solidFill>
                  <a:srgbClr val="262626"/>
                </a:solidFill>
                <a:latin typeface="Noto Sans"/>
                <a:ea typeface="Noto Sans"/>
                <a:cs typeface="Noto Sans"/>
              </a:defRPr>
            </a:defPPr>
          </a:lstStyle>
          <a:p>
            <a:pPr algn="r">
              <a:defRPr sz="1500" b="0">
                <a:solidFill>
                  <a:srgbClr val="262626"/>
                </a:solidFill>
                <a:latin typeface="Noto Sans"/>
                <a:ea typeface="Noto Sans"/>
                <a:cs typeface="Noto Sans"/>
              </a:defRPr>
            </a:pPr>
            <a:r>
              <a:rPr sz="1500" b="0">
                <a:solidFill>
                  <a:srgbClr val="262626"/>
                </a:solidFill>
                <a:latin typeface="Noto Sans"/>
                <a:ea typeface="Noto Sans"/>
                <a:cs typeface="Noto Sans"/>
              </a:rPr>
              <a:t>팀원별 구현 이야기</a:t>
            </a:r>
          </a:p>
        </p:txBody>
      </p:sp>
      <p:sp>
        <p:nvSpPr>
          <p:cNvPr id="100" name="RoomPick Docs Content">
            <a:extLst>
              <a:ext uri="{FF2B5EF4-FFF2-40B4-BE49-F238E27FC236}">
                <ns2:creationId id="{662CE49E-1EBE-404B-AB6E-05BFF95DC9E2}"/>
              </a:ext>
            </a:extLst>
          </p:cNvPr>
          <p:cNvSpPr>
            <a:spLocks noGrp="1"/>
          </p:cNvSpPr>
          <p:nvPr/>
        </p:nvSpPr>
        <p:spPr>
          <a:xfrm>
            <a:off x="8496300" y="4763453"/>
            <a:ext cx="2714625" cy="333375"/>
          </a:xfrm>
          <a:prstGeom prst="rect">
            <a:avLst/>
          </a:prstGeom>
          <a:noFill/>
          <a:ln w="0">
            <a:noFill/>
          </a:ln>
        </p:spPr>
        <p:txBody>
          <a:bodyPr lIns="0" tIns="0" rIns="0" bIns="0" anchor="t">
            <a:noAutofit/>
          </a:bodyPr>
          <a:lstStyle>
            <a:defPPr algn="r">
              <a:defRPr sz="1500" b="0">
                <a:solidFill>
                  <a:srgbClr val="262626"/>
                </a:solidFill>
                <a:latin typeface="Noto Sans"/>
                <a:ea typeface="Noto Sans"/>
                <a:cs typeface="Noto Sans"/>
              </a:defRPr>
            </a:defPPr>
          </a:lstStyle>
          <a:p>
            <a:pPr algn="r">
              <a:defRPr sz="1500" b="0">
                <a:solidFill>
                  <a:srgbClr val="262626"/>
                </a:solidFill>
                <a:latin typeface="Noto Sans"/>
                <a:ea typeface="Noto Sans"/>
                <a:cs typeface="Noto Sans"/>
              </a:defRPr>
            </a:pPr>
            <a:r>
              <a:rPr sz="1500" b="0">
                <a:solidFill>
                  <a:srgbClr val="262626"/>
                </a:solidFill>
                <a:latin typeface="Noto Sans"/>
                <a:ea typeface="Noto Sans"/>
                <a:cs typeface="Noto Sans"/>
              </a:rPr>
              <a:t>기대 효과와 질의응답</a:t>
            </a:r>
          </a:p>
        </p:txBody>
      </p:sp>
    </p:spTree>
    <p:extLst>
      <p:ext uri="{BB962C8B-B14F-4D97-AF65-F5344CB8AC3E}">
        <ns4:creationId val="538534751"/>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sp>
        <p:nvSpPr>
          <p:cNvPr id="8" name="사각형: 둥근 모서리 7">
            <a:extLst>
              <a:ext uri="{FF2B5EF4-FFF2-40B4-BE49-F238E27FC236}">
                <ns2:creationId id="{72A09AA8-C516-9BD0-BE1C-02F32A49780D}"/>
              </a:ext>
            </a:extLst>
          </p:cNvPr>
          <p:cNvSpPr>
            <a:spLocks noGrp="1"/>
          </p:cNvSpPr>
          <p:nvPr/>
        </p:nvSpPr>
        <p:spPr>
          <a:xfrm>
            <a:off x="7112000" y="1047750"/>
            <a:ext cx="4208817" cy="4565260"/>
          </a:xfrm>
          <a:prstGeom prst="roundRect">
            <a:avLst>
              <a:gd name="adj" fmla="val 7048"/>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그림 10">
            <a:extLst>
              <a:ext uri="{FF2B5EF4-FFF2-40B4-BE49-F238E27FC236}">
                <ns2:creationId id="{AAF9CA65-0843-4DFA-A8DA-1F81A80A7CCD}"/>
              </a:ext>
            </a:extLst>
          </p:cNvPr>
          <p:cNvPicPr>
            <a:picLocks noChangeAspect="1"/>
          </p:cNvPicPr>
          <p:nvPr/>
        </p:nvPicPr>
        <p:blipFill rotWithShape="1">
          <a:blip r:embed="R935d71ed6748482f"/>
          <a:srcRect l="33462" t="10143" r="29322" b="9039"/>
          <a:stretch/>
        </p:blipFill>
        <p:spPr>
          <a:xfrm>
            <a:off x="8224280" y="1611635"/>
            <a:ext cx="2390302" cy="3716602"/>
          </a:xfrm>
          <a:prstGeom prst="rect">
            <a:avLst/>
          </a:prstGeom>
        </p:spPr>
      </p:pic>
      <p:pic>
        <p:nvPicPr>
          <p:cNvPr id="16" name="그림 15">
            <a:extLst>
              <a:ext uri="{FF2B5EF4-FFF2-40B4-BE49-F238E27FC236}">
                <ns2:creationId id="{C004A24B-4E43-4634-B7D4-647F4D414BAA}"/>
              </a:ext>
            </a:extLst>
          </p:cNvPr>
          <p:cNvPicPr>
            <a:picLocks noChangeAspect="1"/>
          </p:cNvPicPr>
          <p:nvPr/>
        </p:nvPicPr>
        <p:blipFill>
          <a:blip r:embed="R251c5daf64044302"/>
          <a:stretch>
            <a:fillRect l="0" t="0" r="0" b="0"/>
          </a:stretch>
        </p:blipFill>
        <p:spPr>
          <a:xfrm rot="900000">
            <a:off x="10197121" y="1479288"/>
            <a:ext cx="711054" cy="664836"/>
          </a:xfrm>
          <a:prstGeom prst="rect">
            <a:avLst/>
          </a:prstGeom>
        </p:spPr>
      </p:pic>
      <p:pic>
        <p:nvPicPr>
          <p:cNvPr id="20" name="그림 19">
            <a:extLst>
              <a:ext uri="{FF2B5EF4-FFF2-40B4-BE49-F238E27FC236}">
                <ns2:creationId id="{A42D7674-59BF-4A25-B96B-65F9E074C204}"/>
              </a:ext>
            </a:extLst>
          </p:cNvPr>
          <p:cNvPicPr>
            <a:picLocks noChangeAspect="1"/>
          </p:cNvPicPr>
          <p:nvPr/>
        </p:nvPicPr>
        <p:blipFill>
          <a:blip r:embed="Rb7699e760e2d4be5"/>
          <a:stretch>
            <a:fillRect l="0" t="0" r="0" b="0"/>
          </a:stretch>
        </p:blipFill>
        <p:spPr>
          <a:xfrm>
            <a:off x="7630937" y="1484355"/>
            <a:ext cx="739194" cy="695580"/>
          </a:xfrm>
          <a:prstGeom prst="rect">
            <a:avLst/>
          </a:prstGeom>
        </p:spPr>
      </p:pic>
      <p:pic>
        <p:nvPicPr>
          <p:cNvPr id="23" name="그림 22">
            <a:extLst>
              <a:ext uri="{FF2B5EF4-FFF2-40B4-BE49-F238E27FC236}">
                <ns2:creationId id="{F7315D98-9770-45EA-A0B5-6CE24A0FD358}"/>
              </a:ext>
            </a:extLst>
          </p:cNvPr>
          <p:cNvPicPr>
            <a:picLocks noChangeAspect="1"/>
          </p:cNvPicPr>
          <p:nvPr/>
        </p:nvPicPr>
        <p:blipFill>
          <a:blip r:embed="R262dbe637ce4438c"/>
          <a:stretch>
            <a:fillRect l="0" t="0" r="0" b="0"/>
          </a:stretch>
        </p:blipFill>
        <p:spPr>
          <a:xfrm>
            <a:off x="7680214" y="4649553"/>
            <a:ext cx="516016" cy="653794"/>
          </a:xfrm>
          <a:prstGeom prst="rect">
            <a:avLst/>
          </a:prstGeom>
        </p:spPr>
      </p:pic>
      <p:pic>
        <p:nvPicPr>
          <p:cNvPr id="24" name="Picture 4">
            <a:extLst>
              <a:ext uri="{FF2B5EF4-FFF2-40B4-BE49-F238E27FC236}">
                <ns2:creationId id="{50FDB8E5-9DF9-4738-8AEB-3655AE495C71}"/>
              </a:ext>
            </a:extLst>
          </p:cNvPr>
          <p:cNvPicPr>
            <a:picLocks noChangeAspect="1"/>
          </p:cNvPicPr>
          <p:nvPr/>
        </p:nvPicPr>
        <p:blipFill>
          <a:blip r:embed="R8b879ca6da114cc9"/>
          <a:srcRect l="0" t="0" r="0" b="0"/>
          <a:stretch>
            <a:fillRect l="0" t="0" r="0" b="0"/>
          </a:stretch>
        </p:blipFill>
        <p:spPr>
          <a:xfrm rot="20700000">
            <a:off x="10220383" y="4657721"/>
            <a:ext cx="612866" cy="612866"/>
          </a:xfrm>
          <a:prstGeom prst="rect">
            <a:avLst/>
          </a:prstGeom>
        </p:spPr>
      </p:pic>
      <p:pic>
        <p:nvPicPr>
          <p:cNvPr id="12" name="그림 11">
            <a:extLst>
              <a:ext uri="{FF2B5EF4-FFF2-40B4-BE49-F238E27FC236}">
                <ns2:creationId id="{0BF28271-1D47-490B-A82B-2256330B8DB1}"/>
              </a:ext>
            </a:extLst>
          </p:cNvPr>
          <p:cNvPicPr>
            <a:picLocks noChangeAspect="1"/>
          </p:cNvPicPr>
          <p:nvPr/>
        </p:nvPicPr>
        <p:blipFill>
          <a:blip r:embed="Rb0009e420251435e"/>
          <a:stretch>
            <a:fillRect l="0" t="0" r="0" b="0"/>
          </a:stretch>
        </p:blipFill>
        <p:spPr>
          <a:xfrm>
            <a:off x="7565092" y="3241995"/>
            <a:ext cx="510890" cy="510890"/>
          </a:xfrm>
          <a:prstGeom prst="rect">
            <a:avLst/>
          </a:prstGeom>
        </p:spPr>
      </p:pic>
      <p:sp>
        <p:nvSpPr>
          <p:cNvPr id="25" name="RoomPick Header Korean">
            <a:extLst>
              <a:ext uri="{FF2B5EF4-FFF2-40B4-BE49-F238E27FC236}">
                <ns2:creationId id="{F268E0D6-26F0-4814-ADDE-CC5010508048}"/>
              </a:ext>
            </a:extLst>
          </p:cNvPr>
          <p:cNvSpPr>
            <a:spLocks noGrp="1"/>
          </p:cNvSpPr>
          <p:nvPr/>
        </p:nvSpPr>
        <p:spPr>
          <a:xfrm>
            <a:off x="952500" y="171450"/>
            <a:ext cx="160020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기획 배경</a:t>
            </a:r>
          </a:p>
        </p:txBody>
      </p:sp>
      <p:sp>
        <p:nvSpPr>
          <p:cNvPr id="26" name="RoomPick Header English">
            <a:extLst>
              <a:ext uri="{FF2B5EF4-FFF2-40B4-BE49-F238E27FC236}">
                <ns2:creationId id="{4A1CBC6B-5C78-4B12-A40A-005D048A0302}"/>
              </a:ext>
            </a:extLst>
          </p:cNvPr>
          <p:cNvSpPr>
            <a:spLocks noGrp="1"/>
          </p:cNvSpPr>
          <p:nvPr/>
        </p:nvSpPr>
        <p:spPr>
          <a:xfrm>
            <a:off x="270510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Background</a:t>
            </a:r>
          </a:p>
        </p:txBody>
      </p:sp>
      <p:nvGrpSpPr>
        <p:cNvPr id="27" name=""/>
        <p:cNvGrpSpPr/>
        <p:nvPr/>
      </p:nvGrpSpPr>
      <p:sp>
        <p:nvSpPr>
          <p:cNvPr id="28" name="RoomPick Docs Content">
            <a:extLst>
              <a:ext uri="{FF2B5EF4-FFF2-40B4-BE49-F238E27FC236}">
                <ns2:creationId id="{CFAFBD91-05F7-4489-A542-E6D08323D209}"/>
              </a:ext>
            </a:extLst>
          </p:cNvPr>
          <p:cNvSpPr>
            <a:spLocks noGrp="1"/>
          </p:cNvSpPr>
          <p:nvPr/>
        </p:nvSpPr>
        <p:spPr>
          <a:xfrm>
            <a:off x="809625" y="2352675"/>
            <a:ext cx="5381625" cy="952500"/>
          </a:xfrm>
          <a:prstGeom prst="rect">
            <a:avLst/>
          </a:prstGeom>
          <a:noFill/>
          <a:ln w="0">
            <a:noFill/>
          </a:ln>
        </p:spPr>
        <p:txBody>
          <a:bodyPr lIns="0" tIns="0" rIns="0" bIns="0" anchor="t">
            <a:noAutofit/>
          </a:bodyPr>
          <a:lstStyle>
            <a:defPPr algn="l">
              <a:defRPr sz="2175" b="0">
                <a:solidFill>
                  <a:srgbClr val="262626"/>
                </a:solidFill>
                <a:latin typeface="Noto Sans"/>
                <a:ea typeface="Noto Sans"/>
                <a:cs typeface="Noto Sans"/>
              </a:defRPr>
            </a:defPPr>
          </a:lstStyle>
          <a:p>
            <a:pPr algn="l">
              <a:defRPr sz="2175" b="0">
                <a:solidFill>
                  <a:srgbClr val="262626"/>
                </a:solidFill>
                <a:latin typeface="Noto Sans"/>
                <a:ea typeface="Noto Sans"/>
                <a:cs typeface="Noto Sans"/>
              </a:defRPr>
            </a:pPr>
            <a:r>
              <a:rPr sz="2175" b="0">
                <a:solidFill>
                  <a:srgbClr val="262626"/>
                </a:solidFill>
                <a:latin typeface="Noto Sans"/>
                <a:ea typeface="Noto Sans"/>
                <a:cs typeface="Noto Sans"/>
              </a:rPr>
              <a:t>원하는 형태와 배치를</a:t>
            </a:r>
          </a:p>
          <a:p>
            <a:pPr algn="l">
              <a:defRPr sz="2175" b="0">
                <a:solidFill>
                  <a:srgbClr val="262626"/>
                </a:solidFill>
                <a:latin typeface="Noto Sans"/>
                <a:ea typeface="Noto Sans"/>
                <a:cs typeface="Noto Sans"/>
              </a:defRPr>
            </a:pPr>
            <a:r>
              <a:rPr sz="2175" b="0">
                <a:solidFill>
                  <a:srgbClr val="262626"/>
                </a:solidFill>
                <a:latin typeface="Noto Sans"/>
                <a:ea typeface="Noto Sans"/>
                <a:cs typeface="Noto Sans"/>
              </a:rPr>
              <a:t>검색어로 설명하기 어렵습니다</a:t>
            </a:r>
          </a:p>
        </p:txBody>
      </p:sp>
      <p:sp>
        <p:nvSpPr>
          <p:cNvPr id="29" name="RoomPick Docs Content">
            <a:extLst>
              <a:ext uri="{FF2B5EF4-FFF2-40B4-BE49-F238E27FC236}">
                <ns2:creationId id="{CE05AAD7-CC67-4203-A884-4399AAB2777F}"/>
              </a:ext>
            </a:extLst>
          </p:cNvPr>
          <p:cNvSpPr>
            <a:spLocks noGrp="1"/>
          </p:cNvSpPr>
          <p:nvPr/>
        </p:nvSpPr>
        <p:spPr>
          <a:xfrm>
            <a:off x="809625" y="3800475"/>
            <a:ext cx="5429250" cy="762000"/>
          </a:xfrm>
          <a:prstGeom prst="rect">
            <a:avLst/>
          </a:prstGeom>
          <a:noFill/>
          <a:ln w="0">
            <a:noFill/>
          </a:ln>
        </p:spPr>
        <p:txBody>
          <a:bodyPr lIns="0" tIns="0" rIns="0" bIns="0" anchor="t">
            <a:noAutofit/>
          </a:bodyPr>
          <a:lstStyle>
            <a:defPPr algn="l">
              <a:defRPr sz="1575" b="0">
                <a:solidFill>
                  <a:srgbClr val="262626"/>
                </a:solidFill>
                <a:latin typeface="Noto Sans"/>
                <a:ea typeface="Noto Sans"/>
                <a:cs typeface="Noto Sans"/>
              </a:defRPr>
            </a:defPPr>
          </a:lstStyle>
          <a:p>
            <a:pPr algn="l">
              <a:defRPr sz="1575" b="0">
                <a:solidFill>
                  <a:srgbClr val="262626"/>
                </a:solidFill>
                <a:latin typeface="Noto Sans"/>
                <a:ea typeface="Noto Sans"/>
                <a:cs typeface="Noto Sans"/>
              </a:defRPr>
            </a:pPr>
            <a:r>
              <a:rPr sz="1575" b="0">
                <a:solidFill>
                  <a:srgbClr val="262626"/>
                </a:solidFill>
                <a:latin typeface="Noto Sans"/>
                <a:ea typeface="Noto Sans"/>
                <a:cs typeface="Noto Sans"/>
              </a:rPr>
              <a:t>사진 위 스케치와 텍스트로</a:t>
            </a:r>
          </a:p>
          <a:p>
            <a:pPr algn="l">
              <a:defRPr sz="1575" b="0">
                <a:solidFill>
                  <a:srgbClr val="262626"/>
                </a:solidFill>
                <a:latin typeface="Noto Sans"/>
                <a:ea typeface="Noto Sans"/>
                <a:cs typeface="Noto Sans"/>
              </a:defRPr>
            </a:pPr>
            <a:r>
              <a:rPr sz="1575" b="0">
                <a:solidFill>
                  <a:srgbClr val="262626"/>
                </a:solidFill>
                <a:latin typeface="Noto Sans"/>
                <a:ea typeface="Noto Sans"/>
                <a:cs typeface="Noto Sans"/>
              </a:rPr>
              <a:t>가구의 위치와 조건을 전달합니다.</a:t>
            </a:r>
          </a:p>
        </p:txBody>
      </p:sp>
      <p:sp>
        <p:nvSpPr>
          <p:cNvPr id="30" name="RoomPick Docs Content">
            <a:extLst>
              <a:ext uri="{FF2B5EF4-FFF2-40B4-BE49-F238E27FC236}">
                <ns2:creationId id="{B2443FC7-65CC-4B4D-A8B9-FBA1139AE570}"/>
              </a:ext>
            </a:extLst>
          </p:cNvPr>
          <p:cNvSpPr>
            <a:spLocks noGrp="1"/>
          </p:cNvSpPr>
          <p:nvPr/>
        </p:nvSpPr>
        <p:spPr>
          <a:xfrm>
            <a:off x="809625" y="4772025"/>
            <a:ext cx="5429250" cy="857250"/>
          </a:xfrm>
          <a:prstGeom prst="rect">
            <a:avLst/>
          </a:prstGeom>
          <a:noFill/>
          <a:ln w="0">
            <a:noFill/>
          </a:ln>
        </p:spPr>
        <p:txBody>
          <a:bodyPr lIns="0" tIns="0" rIns="0" bIns="0" anchor="t">
            <a:noAutofit/>
          </a:bodyPr>
          <a:lstStyle>
            <a:defPPr algn="l">
              <a:defRPr sz="1575" b="0">
                <a:solidFill>
                  <a:srgbClr val="429B90"/>
                </a:solidFill>
                <a:latin typeface="Noto Sans"/>
                <a:ea typeface="Noto Sans"/>
                <a:cs typeface="Noto Sans"/>
              </a:defRPr>
            </a:defPPr>
          </a:lstStyle>
          <a:p>
            <a:pPr algn="l">
              <a:defRPr sz="1575" b="0">
                <a:solidFill>
                  <a:srgbClr val="429B90"/>
                </a:solidFill>
                <a:latin typeface="Noto Sans"/>
                <a:ea typeface="Noto Sans"/>
                <a:cs typeface="Noto Sans"/>
              </a:defRPr>
            </a:pPr>
            <a:r>
              <a:rPr sz="1575" b="0">
                <a:solidFill>
                  <a:srgbClr val="429B90"/>
                </a:solidFill>
                <a:latin typeface="Noto Sans"/>
                <a:ea typeface="Noto Sans"/>
                <a:cs typeface="Noto Sans"/>
              </a:rPr>
              <a:t>템플릿 기반 공간 결과를 확인한 뒤</a:t>
            </a:r>
          </a:p>
          <a:p>
            <a:pPr algn="l">
              <a:defRPr sz="1575" b="0">
                <a:solidFill>
                  <a:srgbClr val="429B90"/>
                </a:solidFill>
                <a:latin typeface="Noto Sans"/>
                <a:ea typeface="Noto Sans"/>
                <a:cs typeface="Noto Sans"/>
              </a:defRPr>
            </a:pPr>
            <a:r>
              <a:rPr sz="1575" b="0">
                <a:solidFill>
                  <a:srgbClr val="429B90"/>
                </a:solidFill>
                <a:latin typeface="Noto Sans"/>
                <a:ea typeface="Noto Sans"/>
                <a:cs typeface="Noto Sans"/>
              </a:rPr>
              <a:t>닮은 실제 상품을 비교합니다.</a:t>
            </a:r>
          </a:p>
        </p:txBody>
      </p:sp>
      <p:sp>
        <p:nvSpPr>
          <p:cNvPr id="31" name="RoomPick Docs Content">
            <a:extLst>
              <a:ext uri="{FF2B5EF4-FFF2-40B4-BE49-F238E27FC236}">
                <ns2:creationId id="{3A8E3F5A-C2E2-4461-B115-2853131E6658}"/>
              </a:ext>
            </a:extLst>
          </p:cNvPr>
          <p:cNvSpPr>
            <a:spLocks noGrp="1"/>
          </p:cNvSpPr>
          <p:nvPr/>
        </p:nvSpPr>
        <p:spPr>
          <a:xfrm>
            <a:off x="809625" y="5867400"/>
            <a:ext cx="5429250" cy="323850"/>
          </a:xfrm>
          <a:prstGeom prst="rect">
            <a:avLst/>
          </a:prstGeom>
          <a:noFill/>
          <a:ln w="0">
            <a:noFill/>
          </a:ln>
        </p:spPr>
        <p:txBody>
          <a:bodyPr lIns="0" tIns="0" rIns="0" bIns="0" anchor="t">
            <a:noAutofit/>
          </a:bodyPr>
          <a:lstStyle>
            <a:defPPr algn="l">
              <a:defRPr sz="1275" b="0">
                <a:solidFill>
                  <a:srgbClr val="808080"/>
                </a:solidFill>
                <a:latin typeface="Noto Sans"/>
                <a:ea typeface="Noto Sans"/>
                <a:cs typeface="Noto Sans"/>
              </a:defRPr>
            </a:defPPr>
          </a:lstStyle>
          <a:p>
            <a:pPr algn="l">
              <a:defRPr sz="1275" b="0">
                <a:solidFill>
                  <a:srgbClr val="808080"/>
                </a:solidFill>
                <a:latin typeface="Noto Sans"/>
                <a:ea typeface="Noto Sans"/>
                <a:cs typeface="Noto Sans"/>
              </a:defRPr>
            </a:pPr>
            <a:r>
              <a:rPr sz="1275" b="0">
                <a:solidFill>
                  <a:srgbClr val="808080"/>
                </a:solidFill>
                <a:latin typeface="Noto Sans"/>
                <a:ea typeface="Noto Sans"/>
                <a:cs typeface="Noto Sans"/>
              </a:rPr>
              <a:t>대상: 가구와 주요 인테리어 품목</a:t>
            </a:r>
          </a:p>
        </p:txBody>
      </p:sp>
    </p:spTree>
    <p:extLst>
      <p:ext uri="{BB962C8B-B14F-4D97-AF65-F5344CB8AC3E}">
        <ns4:creationId val="3635379470"/>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sp>
        <p:nvSpPr>
          <p:cNvPr id="8" name="">
            <a:extLst>
              <a:ext uri="{FF2B5EF4-FFF2-40B4-BE49-F238E27FC236}">
                <ns2:creationId id="{276770D0-61F8-4372-9D00-AB5A02FB1E6A}"/>
              </a:ext>
            </a:extLst>
          </p:cNvPr>
          <p:cNvSpPr>
            <a:spLocks noGrp="1"/>
          </p:cNvSpPr>
          <p:nvPr/>
        </p:nvSpPr>
        <p:spPr>
          <a:xfrm>
            <a:off x="809625" y="1647825"/>
            <a:ext cx="762000" cy="266700"/>
          </a:xfrm>
          <a:prstGeom prst="rect">
            <a:avLst/>
          </a:prstGeom>
          <a:noFill/>
          <a:ln w="0">
            <a:noFill/>
          </a:ln>
        </p:spPr>
        <p:txBody>
          <a:bodyPr lIns="0" tIns="0" rIns="0" bIns="0" anchor="t">
            <a:noAutofit/>
          </a:bodyPr>
          <a:lstStyle>
            <a:defPPr algn="l">
              <a:defRPr sz="1275" b="1">
                <a:solidFill>
                  <a:srgbClr val="78BFFF"/>
                </a:solidFill>
                <a:latin typeface="Noto Sans"/>
                <a:ea typeface="Noto Sans"/>
                <a:cs typeface="Noto Sans"/>
              </a:defRPr>
            </a:defPPr>
          </a:lstStyle>
          <a:p>
            <a:pPr algn="l">
              <a:defRPr sz="1275" b="1">
                <a:solidFill>
                  <a:srgbClr val="78BFFF"/>
                </a:solidFill>
                <a:latin typeface="Noto Sans"/>
                <a:ea typeface="Noto Sans"/>
                <a:cs typeface="Noto Sans"/>
              </a:defRPr>
            </a:pPr>
            <a:r>
              <a:rPr sz="1275" b="1">
                <a:solidFill>
                  <a:srgbClr val="78BFFF"/>
                </a:solidFill>
                <a:latin typeface="Noto Sans"/>
                <a:ea typeface="Noto Sans"/>
                <a:cs typeface="Noto Sans"/>
              </a:rPr>
              <a:t>01</a:t>
            </a:r>
          </a:p>
        </p:txBody>
      </p:sp>
      <p:sp>
        <p:nvSpPr>
          <p:cNvPr id="9" name="">
            <a:extLst>
              <a:ext uri="{FF2B5EF4-FFF2-40B4-BE49-F238E27FC236}">
                <ns2:creationId id="{7E79CD9A-9FA1-497E-A25B-6ADFF9D6270D}"/>
              </a:ext>
            </a:extLst>
          </p:cNvPr>
          <p:cNvSpPr>
            <a:spLocks noGrp="1"/>
          </p:cNvSpPr>
          <p:nvPr/>
        </p:nvSpPr>
        <p:spPr>
          <a:xfrm>
            <a:off x="809625" y="2057400"/>
            <a:ext cx="3048000" cy="400050"/>
          </a:xfrm>
          <a:prstGeom prst="rect">
            <a:avLst/>
          </a:prstGeom>
          <a:noFill/>
          <a:ln w="0">
            <a:noFill/>
          </a:ln>
        </p:spPr>
        <p:txBody>
          <a:bodyPr lIns="0" tIns="0" rIns="0" bIns="0" anchor="t">
            <a:noAutofit/>
          </a:bodyPr>
          <a:lstStyle>
            <a:defPPr algn="l">
              <a:defRPr sz="1725" b="0">
                <a:solidFill>
                  <a:srgbClr val="262626"/>
                </a:solidFill>
                <a:latin typeface="Noto Sans"/>
                <a:ea typeface="Noto Sans"/>
                <a:cs typeface="Noto Sans"/>
              </a:defRPr>
            </a:defPPr>
          </a:lstStyle>
          <a:p>
            <a:pPr algn="l">
              <a:defRPr sz="1725" b="0">
                <a:solidFill>
                  <a:srgbClr val="262626"/>
                </a:solidFill>
                <a:latin typeface="Noto Sans"/>
                <a:ea typeface="Noto Sans"/>
                <a:cs typeface="Noto Sans"/>
              </a:defRPr>
            </a:pPr>
            <a:r>
              <a:rPr sz="1725" b="0">
                <a:solidFill>
                  <a:srgbClr val="262626"/>
                </a:solidFill>
                <a:latin typeface="Noto Sans"/>
                <a:ea typeface="Noto Sans"/>
                <a:cs typeface="Noto Sans"/>
              </a:rPr>
              <a:t>팀원 이름</a:t>
            </a:r>
          </a:p>
        </p:txBody>
      </p:sp>
      <p:sp>
        <p:nvSpPr>
          <p:cNvPr id="10" name="">
            <a:extLst>
              <a:ext uri="{FF2B5EF4-FFF2-40B4-BE49-F238E27FC236}">
                <ns2:creationId id="{36165901-B1DB-4706-9921-CE5388B48C80}"/>
              </a:ext>
            </a:extLst>
          </p:cNvPr>
          <p:cNvSpPr>
            <a:spLocks noGrp="1"/>
          </p:cNvSpPr>
          <p:nvPr/>
        </p:nvSpPr>
        <p:spPr>
          <a:xfrm>
            <a:off x="809625" y="2600325"/>
            <a:ext cx="3048000" cy="876300"/>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담당 영역 입력</a:t>
            </a:r>
          </a:p>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대표 작업·발표 주제 입력</a:t>
            </a:r>
          </a:p>
        </p:txBody>
      </p:sp>
      <p:sp>
        <p:nvSpPr>
          <p:cNvPr id="11" name="">
            <a:extLst>
              <a:ext uri="{FF2B5EF4-FFF2-40B4-BE49-F238E27FC236}">
                <ns2:creationId id="{BE2833AC-412B-4E93-9B4C-6AABA651E5CD}"/>
              </a:ext>
            </a:extLst>
          </p:cNvPr>
          <p:cNvSpPr>
            <a:spLocks noGrp="1"/>
          </p:cNvSpPr>
          <p:nvPr/>
        </p:nvSpPr>
        <p:spPr>
          <a:xfrm>
            <a:off x="4524375" y="1647825"/>
            <a:ext cx="762000" cy="266700"/>
          </a:xfrm>
          <a:prstGeom prst="rect">
            <a:avLst/>
          </a:prstGeom>
          <a:noFill/>
          <a:ln w="0">
            <a:noFill/>
          </a:ln>
        </p:spPr>
        <p:txBody>
          <a:bodyPr lIns="0" tIns="0" rIns="0" bIns="0" anchor="t">
            <a:noAutofit/>
          </a:bodyPr>
          <a:lstStyle>
            <a:defPPr algn="l">
              <a:defRPr sz="1275" b="1">
                <a:solidFill>
                  <a:srgbClr val="FF7B85"/>
                </a:solidFill>
                <a:latin typeface="Noto Sans"/>
                <a:ea typeface="Noto Sans"/>
                <a:cs typeface="Noto Sans"/>
              </a:defRPr>
            </a:defPPr>
          </a:lstStyle>
          <a:p>
            <a:pPr algn="l">
              <a:defRPr sz="1275" b="1">
                <a:solidFill>
                  <a:srgbClr val="FF7B85"/>
                </a:solidFill>
                <a:latin typeface="Noto Sans"/>
                <a:ea typeface="Noto Sans"/>
                <a:cs typeface="Noto Sans"/>
              </a:defRPr>
            </a:pPr>
            <a:r>
              <a:rPr sz="1275" b="1">
                <a:solidFill>
                  <a:srgbClr val="FF7B85"/>
                </a:solidFill>
                <a:latin typeface="Noto Sans"/>
                <a:ea typeface="Noto Sans"/>
                <a:cs typeface="Noto Sans"/>
              </a:rPr>
              <a:t>02</a:t>
            </a:r>
          </a:p>
        </p:txBody>
      </p:sp>
      <p:sp>
        <p:nvSpPr>
          <p:cNvPr id="12" name="">
            <a:extLst>
              <a:ext uri="{FF2B5EF4-FFF2-40B4-BE49-F238E27FC236}">
                <ns2:creationId id="{C6A29085-78E2-4912-8DF5-29F92D43EBAF}"/>
              </a:ext>
            </a:extLst>
          </p:cNvPr>
          <p:cNvSpPr>
            <a:spLocks noGrp="1"/>
          </p:cNvSpPr>
          <p:nvPr/>
        </p:nvSpPr>
        <p:spPr>
          <a:xfrm>
            <a:off x="4524375" y="2057400"/>
            <a:ext cx="3048000" cy="400050"/>
          </a:xfrm>
          <a:prstGeom prst="rect">
            <a:avLst/>
          </a:prstGeom>
          <a:noFill/>
          <a:ln w="0">
            <a:noFill/>
          </a:ln>
        </p:spPr>
        <p:txBody>
          <a:bodyPr lIns="0" tIns="0" rIns="0" bIns="0" anchor="t">
            <a:noAutofit/>
          </a:bodyPr>
          <a:lstStyle>
            <a:defPPr algn="l">
              <a:defRPr sz="1725" b="0">
                <a:solidFill>
                  <a:srgbClr val="262626"/>
                </a:solidFill>
                <a:latin typeface="Noto Sans"/>
                <a:ea typeface="Noto Sans"/>
                <a:cs typeface="Noto Sans"/>
              </a:defRPr>
            </a:defPPr>
          </a:lstStyle>
          <a:p>
            <a:pPr algn="l">
              <a:defRPr sz="1725" b="0">
                <a:solidFill>
                  <a:srgbClr val="262626"/>
                </a:solidFill>
                <a:latin typeface="Noto Sans"/>
                <a:ea typeface="Noto Sans"/>
                <a:cs typeface="Noto Sans"/>
              </a:defRPr>
            </a:pPr>
            <a:r>
              <a:rPr sz="1725" b="0">
                <a:solidFill>
                  <a:srgbClr val="262626"/>
                </a:solidFill>
                <a:latin typeface="Noto Sans"/>
                <a:ea typeface="Noto Sans"/>
                <a:cs typeface="Noto Sans"/>
              </a:rPr>
              <a:t>팀원 이름</a:t>
            </a:r>
          </a:p>
        </p:txBody>
      </p:sp>
      <p:sp>
        <p:nvSpPr>
          <p:cNvPr id="13" name="">
            <a:extLst>
              <a:ext uri="{FF2B5EF4-FFF2-40B4-BE49-F238E27FC236}">
                <ns2:creationId id="{ED8A7FD9-0555-4C35-9578-EF6AC2FFDB8B}"/>
              </a:ext>
            </a:extLst>
          </p:cNvPr>
          <p:cNvSpPr>
            <a:spLocks noGrp="1"/>
          </p:cNvSpPr>
          <p:nvPr/>
        </p:nvSpPr>
        <p:spPr>
          <a:xfrm>
            <a:off x="4524375" y="2600325"/>
            <a:ext cx="3048000" cy="876300"/>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담당 영역 입력</a:t>
            </a:r>
          </a:p>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대표 작업·발표 주제 입력</a:t>
            </a:r>
          </a:p>
        </p:txBody>
      </p:sp>
      <p:sp>
        <p:nvSpPr>
          <p:cNvPr id="14" name="">
            <a:extLst>
              <a:ext uri="{FF2B5EF4-FFF2-40B4-BE49-F238E27FC236}">
                <ns2:creationId id="{161CF88A-38B3-4C10-86BB-2DF79074938D}"/>
              </a:ext>
            </a:extLst>
          </p:cNvPr>
          <p:cNvSpPr>
            <a:spLocks noGrp="1"/>
          </p:cNvSpPr>
          <p:nvPr/>
        </p:nvSpPr>
        <p:spPr>
          <a:xfrm>
            <a:off x="8239125" y="1647825"/>
            <a:ext cx="762000" cy="266700"/>
          </a:xfrm>
          <a:prstGeom prst="rect">
            <a:avLst/>
          </a:prstGeom>
          <a:noFill/>
          <a:ln w="0">
            <a:noFill/>
          </a:ln>
        </p:spPr>
        <p:txBody>
          <a:bodyPr lIns="0" tIns="0" rIns="0" bIns="0" anchor="t">
            <a:noAutofit/>
          </a:bodyPr>
          <a:lstStyle>
            <a:defPPr algn="l">
              <a:defRPr sz="1275" b="1">
                <a:solidFill>
                  <a:srgbClr val="A977D6"/>
                </a:solidFill>
                <a:latin typeface="Noto Sans"/>
                <a:ea typeface="Noto Sans"/>
                <a:cs typeface="Noto Sans"/>
              </a:defRPr>
            </a:defPPr>
          </a:lstStyle>
          <a:p>
            <a:pPr algn="l">
              <a:defRPr sz="1275" b="1">
                <a:solidFill>
                  <a:srgbClr val="A977D6"/>
                </a:solidFill>
                <a:latin typeface="Noto Sans"/>
                <a:ea typeface="Noto Sans"/>
                <a:cs typeface="Noto Sans"/>
              </a:defRPr>
            </a:pPr>
            <a:r>
              <a:rPr sz="1275" b="1">
                <a:solidFill>
                  <a:srgbClr val="A977D6"/>
                </a:solidFill>
                <a:latin typeface="Noto Sans"/>
                <a:ea typeface="Noto Sans"/>
                <a:cs typeface="Noto Sans"/>
              </a:rPr>
              <a:t>03</a:t>
            </a:r>
          </a:p>
        </p:txBody>
      </p:sp>
      <p:sp>
        <p:nvSpPr>
          <p:cNvPr id="15" name="">
            <a:extLst>
              <a:ext uri="{FF2B5EF4-FFF2-40B4-BE49-F238E27FC236}">
                <ns2:creationId id="{D4FE7AA6-6423-4CAB-8D50-67B76FD1EAB1}"/>
              </a:ext>
            </a:extLst>
          </p:cNvPr>
          <p:cNvSpPr>
            <a:spLocks noGrp="1"/>
          </p:cNvSpPr>
          <p:nvPr/>
        </p:nvSpPr>
        <p:spPr>
          <a:xfrm>
            <a:off x="8239125" y="2057400"/>
            <a:ext cx="3048000" cy="400050"/>
          </a:xfrm>
          <a:prstGeom prst="rect">
            <a:avLst/>
          </a:prstGeom>
          <a:noFill/>
          <a:ln w="0">
            <a:noFill/>
          </a:ln>
        </p:spPr>
        <p:txBody>
          <a:bodyPr lIns="0" tIns="0" rIns="0" bIns="0" anchor="t">
            <a:noAutofit/>
          </a:bodyPr>
          <a:lstStyle>
            <a:defPPr algn="l">
              <a:defRPr sz="1725" b="0">
                <a:solidFill>
                  <a:srgbClr val="262626"/>
                </a:solidFill>
                <a:latin typeface="Noto Sans"/>
                <a:ea typeface="Noto Sans"/>
                <a:cs typeface="Noto Sans"/>
              </a:defRPr>
            </a:defPPr>
          </a:lstStyle>
          <a:p>
            <a:pPr algn="l">
              <a:defRPr sz="1725" b="0">
                <a:solidFill>
                  <a:srgbClr val="262626"/>
                </a:solidFill>
                <a:latin typeface="Noto Sans"/>
                <a:ea typeface="Noto Sans"/>
                <a:cs typeface="Noto Sans"/>
              </a:defRPr>
            </a:pPr>
            <a:r>
              <a:rPr sz="1725" b="0">
                <a:solidFill>
                  <a:srgbClr val="262626"/>
                </a:solidFill>
                <a:latin typeface="Noto Sans"/>
                <a:ea typeface="Noto Sans"/>
                <a:cs typeface="Noto Sans"/>
              </a:rPr>
              <a:t>팀원 이름</a:t>
            </a:r>
          </a:p>
        </p:txBody>
      </p:sp>
      <p:sp>
        <p:nvSpPr>
          <p:cNvPr id="16" name="">
            <a:extLst>
              <a:ext uri="{FF2B5EF4-FFF2-40B4-BE49-F238E27FC236}">
                <ns2:creationId id="{162DE37A-A2CD-41C6-BBD0-415A7D1AB713}"/>
              </a:ext>
            </a:extLst>
          </p:cNvPr>
          <p:cNvSpPr>
            <a:spLocks noGrp="1"/>
          </p:cNvSpPr>
          <p:nvPr/>
        </p:nvSpPr>
        <p:spPr>
          <a:xfrm>
            <a:off x="8239125" y="2600325"/>
            <a:ext cx="3048000" cy="876300"/>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담당 영역 입력</a:t>
            </a:r>
          </a:p>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대표 작업·발표 주제 입력</a:t>
            </a:r>
          </a:p>
        </p:txBody>
      </p:sp>
      <p:sp>
        <p:nvSpPr>
          <p:cNvPr id="17" name="">
            <a:extLst>
              <a:ext uri="{FF2B5EF4-FFF2-40B4-BE49-F238E27FC236}">
                <ns2:creationId id="{6F5E97FC-F8D3-41C5-8108-F064CFA1167A}"/>
              </a:ext>
            </a:extLst>
          </p:cNvPr>
          <p:cNvSpPr>
            <a:spLocks noGrp="1"/>
          </p:cNvSpPr>
          <p:nvPr/>
        </p:nvSpPr>
        <p:spPr>
          <a:xfrm>
            <a:off x="2667000" y="3762375"/>
            <a:ext cx="762000" cy="266700"/>
          </a:xfrm>
          <a:prstGeom prst="rect">
            <a:avLst/>
          </a:prstGeom>
          <a:noFill/>
          <a:ln w="0">
            <a:noFill/>
          </a:ln>
        </p:spPr>
        <p:txBody>
          <a:bodyPr lIns="0" tIns="0" rIns="0" bIns="0" anchor="t">
            <a:noAutofit/>
          </a:bodyPr>
          <a:lstStyle>
            <a:defPPr algn="l">
              <a:defRPr sz="1275" b="1">
                <a:solidFill>
                  <a:srgbClr val="AA973E"/>
                </a:solidFill>
                <a:latin typeface="Noto Sans"/>
                <a:ea typeface="Noto Sans"/>
                <a:cs typeface="Noto Sans"/>
              </a:defRPr>
            </a:defPPr>
          </a:lstStyle>
          <a:p>
            <a:pPr algn="l">
              <a:defRPr sz="1275" b="1">
                <a:solidFill>
                  <a:srgbClr val="AA973E"/>
                </a:solidFill>
                <a:latin typeface="Noto Sans"/>
                <a:ea typeface="Noto Sans"/>
                <a:cs typeface="Noto Sans"/>
              </a:defRPr>
            </a:pPr>
            <a:r>
              <a:rPr sz="1275" b="1">
                <a:solidFill>
                  <a:srgbClr val="AA973E"/>
                </a:solidFill>
                <a:latin typeface="Noto Sans"/>
                <a:ea typeface="Noto Sans"/>
                <a:cs typeface="Noto Sans"/>
              </a:rPr>
              <a:t>04</a:t>
            </a:r>
          </a:p>
        </p:txBody>
      </p:sp>
      <p:sp>
        <p:nvSpPr>
          <p:cNvPr id="18" name="">
            <a:extLst>
              <a:ext uri="{FF2B5EF4-FFF2-40B4-BE49-F238E27FC236}">
                <ns2:creationId id="{537DD815-8A27-47B6-B30A-445C21B8D66C}"/>
              </a:ext>
            </a:extLst>
          </p:cNvPr>
          <p:cNvSpPr>
            <a:spLocks noGrp="1"/>
          </p:cNvSpPr>
          <p:nvPr/>
        </p:nvSpPr>
        <p:spPr>
          <a:xfrm>
            <a:off x="2667000" y="4171950"/>
            <a:ext cx="3048000" cy="400050"/>
          </a:xfrm>
          <a:prstGeom prst="rect">
            <a:avLst/>
          </a:prstGeom>
          <a:noFill/>
          <a:ln w="0">
            <a:noFill/>
          </a:ln>
        </p:spPr>
        <p:txBody>
          <a:bodyPr lIns="0" tIns="0" rIns="0" bIns="0" anchor="t">
            <a:noAutofit/>
          </a:bodyPr>
          <a:lstStyle>
            <a:defPPr algn="l">
              <a:defRPr sz="1725" b="0">
                <a:solidFill>
                  <a:srgbClr val="262626"/>
                </a:solidFill>
                <a:latin typeface="Noto Sans"/>
                <a:ea typeface="Noto Sans"/>
                <a:cs typeface="Noto Sans"/>
              </a:defRPr>
            </a:defPPr>
          </a:lstStyle>
          <a:p>
            <a:pPr algn="l">
              <a:defRPr sz="1725" b="0">
                <a:solidFill>
                  <a:srgbClr val="262626"/>
                </a:solidFill>
                <a:latin typeface="Noto Sans"/>
                <a:ea typeface="Noto Sans"/>
                <a:cs typeface="Noto Sans"/>
              </a:defRPr>
            </a:pPr>
            <a:r>
              <a:rPr sz="1725" b="0">
                <a:solidFill>
                  <a:srgbClr val="262626"/>
                </a:solidFill>
                <a:latin typeface="Noto Sans"/>
                <a:ea typeface="Noto Sans"/>
                <a:cs typeface="Noto Sans"/>
              </a:rPr>
              <a:t>팀원 이름</a:t>
            </a:r>
          </a:p>
        </p:txBody>
      </p:sp>
      <p:sp>
        <p:nvSpPr>
          <p:cNvPr id="19" name="">
            <a:extLst>
              <a:ext uri="{FF2B5EF4-FFF2-40B4-BE49-F238E27FC236}">
                <ns2:creationId id="{DC0A81BE-5EE5-4B78-9C00-62B5C6E6376E}"/>
              </a:ext>
            </a:extLst>
          </p:cNvPr>
          <p:cNvSpPr>
            <a:spLocks noGrp="1"/>
          </p:cNvSpPr>
          <p:nvPr/>
        </p:nvSpPr>
        <p:spPr>
          <a:xfrm>
            <a:off x="2667000" y="4714875"/>
            <a:ext cx="3048000" cy="876300"/>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담당 영역 입력</a:t>
            </a:r>
          </a:p>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대표 작업·발표 주제 입력</a:t>
            </a:r>
          </a:p>
        </p:txBody>
      </p:sp>
      <p:sp>
        <p:nvSpPr>
          <p:cNvPr id="20" name="">
            <a:extLst>
              <a:ext uri="{FF2B5EF4-FFF2-40B4-BE49-F238E27FC236}">
                <ns2:creationId id="{25A9AB3B-FD04-455C-BC2B-1091553507C1}"/>
              </a:ext>
            </a:extLst>
          </p:cNvPr>
          <p:cNvSpPr>
            <a:spLocks noGrp="1"/>
          </p:cNvSpPr>
          <p:nvPr/>
        </p:nvSpPr>
        <p:spPr>
          <a:xfrm>
            <a:off x="6381750" y="3762375"/>
            <a:ext cx="762000" cy="266700"/>
          </a:xfrm>
          <a:prstGeom prst="rect">
            <a:avLst/>
          </a:prstGeom>
          <a:noFill/>
          <a:ln w="0">
            <a:noFill/>
          </a:ln>
        </p:spPr>
        <p:txBody>
          <a:bodyPr lIns="0" tIns="0" rIns="0" bIns="0" anchor="t">
            <a:noAutofit/>
          </a:bodyPr>
          <a:lstStyle>
            <a:defPPr algn="l">
              <a:defRPr sz="1275" b="1">
                <a:solidFill>
                  <a:srgbClr val="78BFFF"/>
                </a:solidFill>
                <a:latin typeface="Noto Sans"/>
                <a:ea typeface="Noto Sans"/>
                <a:cs typeface="Noto Sans"/>
              </a:defRPr>
            </a:defPPr>
          </a:lstStyle>
          <a:p>
            <a:pPr algn="l">
              <a:defRPr sz="1275" b="1">
                <a:solidFill>
                  <a:srgbClr val="78BFFF"/>
                </a:solidFill>
                <a:latin typeface="Noto Sans"/>
                <a:ea typeface="Noto Sans"/>
                <a:cs typeface="Noto Sans"/>
              </a:defRPr>
            </a:pPr>
            <a:r>
              <a:rPr sz="1275" b="1">
                <a:solidFill>
                  <a:srgbClr val="78BFFF"/>
                </a:solidFill>
                <a:latin typeface="Noto Sans"/>
                <a:ea typeface="Noto Sans"/>
                <a:cs typeface="Noto Sans"/>
              </a:rPr>
              <a:t>05</a:t>
            </a:r>
          </a:p>
        </p:txBody>
      </p:sp>
      <p:sp>
        <p:nvSpPr>
          <p:cNvPr id="21" name="">
            <a:extLst>
              <a:ext uri="{FF2B5EF4-FFF2-40B4-BE49-F238E27FC236}">
                <ns2:creationId id="{305D85A8-6970-4062-AC9C-AA685984BD04}"/>
              </a:ext>
            </a:extLst>
          </p:cNvPr>
          <p:cNvSpPr>
            <a:spLocks noGrp="1"/>
          </p:cNvSpPr>
          <p:nvPr/>
        </p:nvSpPr>
        <p:spPr>
          <a:xfrm>
            <a:off x="6381750" y="4171950"/>
            <a:ext cx="3048000" cy="400050"/>
          </a:xfrm>
          <a:prstGeom prst="rect">
            <a:avLst/>
          </a:prstGeom>
          <a:noFill/>
          <a:ln w="0">
            <a:noFill/>
          </a:ln>
        </p:spPr>
        <p:txBody>
          <a:bodyPr lIns="0" tIns="0" rIns="0" bIns="0" anchor="t">
            <a:noAutofit/>
          </a:bodyPr>
          <a:lstStyle>
            <a:defPPr algn="l">
              <a:defRPr sz="1725" b="0">
                <a:solidFill>
                  <a:srgbClr val="262626"/>
                </a:solidFill>
                <a:latin typeface="Noto Sans"/>
                <a:ea typeface="Noto Sans"/>
                <a:cs typeface="Noto Sans"/>
              </a:defRPr>
            </a:defPPr>
          </a:lstStyle>
          <a:p>
            <a:pPr algn="l">
              <a:defRPr sz="1725" b="0">
                <a:solidFill>
                  <a:srgbClr val="262626"/>
                </a:solidFill>
                <a:latin typeface="Noto Sans"/>
                <a:ea typeface="Noto Sans"/>
                <a:cs typeface="Noto Sans"/>
              </a:defRPr>
            </a:pPr>
            <a:r>
              <a:rPr sz="1725" b="0">
                <a:solidFill>
                  <a:srgbClr val="262626"/>
                </a:solidFill>
                <a:latin typeface="Noto Sans"/>
                <a:ea typeface="Noto Sans"/>
                <a:cs typeface="Noto Sans"/>
              </a:rPr>
              <a:t>팀원 이름</a:t>
            </a:r>
          </a:p>
        </p:txBody>
      </p:sp>
      <p:sp>
        <p:nvSpPr>
          <p:cNvPr id="22" name="">
            <a:extLst>
              <a:ext uri="{FF2B5EF4-FFF2-40B4-BE49-F238E27FC236}">
                <ns2:creationId id="{D4A4A3F9-D571-4DCF-9C40-435AE030C279}"/>
              </a:ext>
            </a:extLst>
          </p:cNvPr>
          <p:cNvSpPr>
            <a:spLocks noGrp="1"/>
          </p:cNvSpPr>
          <p:nvPr/>
        </p:nvSpPr>
        <p:spPr>
          <a:xfrm>
            <a:off x="6381750" y="4714875"/>
            <a:ext cx="3048000" cy="876300"/>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담당 영역 입력</a:t>
            </a:r>
          </a:p>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대표 작업·발표 주제 입력</a:t>
            </a:r>
          </a:p>
        </p:txBody>
      </p:sp>
      <p:sp>
        <p:nvSpPr>
          <p:cNvPr id="23" name="RoomPick Header Korean">
            <a:extLst>
              <a:ext uri="{FF2B5EF4-FFF2-40B4-BE49-F238E27FC236}">
                <ns2:creationId id="{C4C9EF28-DD91-416D-ACB5-EF9876D33287}"/>
              </a:ext>
            </a:extLst>
          </p:cNvPr>
          <p:cNvSpPr>
            <a:spLocks noGrp="1"/>
          </p:cNvSpPr>
          <p:nvPr/>
        </p:nvSpPr>
        <p:spPr>
          <a:xfrm>
            <a:off x="952500" y="171450"/>
            <a:ext cx="238125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팀 소개와 역할</a:t>
            </a:r>
          </a:p>
        </p:txBody>
      </p:sp>
      <p:sp>
        <p:nvSpPr>
          <p:cNvPr id="24" name="RoomPick Header English">
            <a:extLst>
              <a:ext uri="{FF2B5EF4-FFF2-40B4-BE49-F238E27FC236}">
                <ns2:creationId id="{94BEB2D2-DE77-44A6-A6C2-FBE27C39A010}"/>
              </a:ext>
            </a:extLst>
          </p:cNvPr>
          <p:cNvSpPr>
            <a:spLocks noGrp="1"/>
          </p:cNvSpPr>
          <p:nvPr/>
        </p:nvSpPr>
        <p:spPr>
          <a:xfrm>
            <a:off x="348615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Team</a:t>
            </a:r>
          </a:p>
        </p:txBody>
      </p:sp>
    </p:spTree>
    <p:extLst>
      <p:ext uri="{BB962C8B-B14F-4D97-AF65-F5344CB8AC3E}">
        <ns3:creationId val="1902244441"/>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sp>
        <p:nvSpPr>
          <p:cNvPr id="21" name="RoomPick Header Korean">
            <a:extLst>
              <a:ext uri="{FF2B5EF4-FFF2-40B4-BE49-F238E27FC236}">
                <ns2:creationId id="{AFBF3096-2C4A-4123-A8A4-B5EA02605586}"/>
              </a:ext>
            </a:extLst>
          </p:cNvPr>
          <p:cNvSpPr>
            <a:spLocks noGrp="1"/>
          </p:cNvSpPr>
          <p:nvPr/>
        </p:nvSpPr>
        <p:spPr>
          <a:xfrm>
            <a:off x="952500" y="171450"/>
            <a:ext cx="262890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시스템 아키텍처</a:t>
            </a:r>
          </a:p>
        </p:txBody>
      </p:sp>
      <p:sp>
        <p:nvSpPr>
          <p:cNvPr id="22" name="RoomPick Header English">
            <a:extLst>
              <a:ext uri="{FF2B5EF4-FFF2-40B4-BE49-F238E27FC236}">
                <ns2:creationId id="{5B65E67C-6BFC-439F-B759-89316A3D9D03}"/>
              </a:ext>
            </a:extLst>
          </p:cNvPr>
          <p:cNvSpPr>
            <a:spLocks noGrp="1"/>
          </p:cNvSpPr>
          <p:nvPr/>
        </p:nvSpPr>
        <p:spPr>
          <a:xfrm>
            <a:off x="373380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Architecture</a:t>
            </a:r>
          </a:p>
        </p:txBody>
      </p:sp>
      <p:nvGrpSpPr>
        <p:cNvPr id="23" name=""/>
        <p:cNvGrpSpPr/>
        <p:nvPr/>
      </p:nvGrpSpPr>
      <p:sp>
        <p:nvSpPr>
          <p:cNvPr id="24" name="RoomPick Docs Content">
            <a:extLst>
              <a:ext uri="{FF2B5EF4-FFF2-40B4-BE49-F238E27FC236}">
                <ns2:creationId id="{7AB4EED0-9604-48F5-A186-B49763270E43}"/>
              </a:ext>
            </a:extLst>
          </p:cNvPr>
          <p:cNvSpPr>
            <a:spLocks noGrp="1"/>
          </p:cNvSpPr>
          <p:nvPr/>
        </p:nvSpPr>
        <p:spPr>
          <a:xfrm>
            <a:off x="819150" y="933450"/>
            <a:ext cx="1714500" cy="247650"/>
          </a:xfrm>
          <a:prstGeom prst="rect">
            <a:avLst/>
          </a:prstGeom>
          <a:noFill/>
          <a:ln w="0">
            <a:noFill/>
          </a:ln>
        </p:spPr>
        <p:txBody>
          <a:bodyPr lIns="0" tIns="0" rIns="0" bIns="0" anchor="t">
            <a:noAutofit/>
          </a:bodyPr>
          <a:lstStyle>
            <a:defPPr algn="l">
              <a:defRPr sz="1125" b="0">
                <a:solidFill>
                  <a:srgbClr val="808080"/>
                </a:solidFill>
                <a:latin typeface="Noto Sans"/>
                <a:ea typeface="Noto Sans"/>
                <a:cs typeface="Noto Sans"/>
              </a:defRPr>
            </a:defPPr>
          </a:lstStyle>
          <a:p>
            <a:pPr algn="l">
              <a:defRPr sz="1125" b="0">
                <a:solidFill>
                  <a:srgbClr val="808080"/>
                </a:solidFill>
                <a:latin typeface="Noto Sans"/>
                <a:ea typeface="Noto Sans"/>
                <a:cs typeface="Noto Sans"/>
              </a:defRPr>
            </a:pPr>
            <a:r>
              <a:rPr sz="1125" b="0">
                <a:solidFill>
                  <a:srgbClr val="808080"/>
                </a:solidFill>
                <a:latin typeface="Noto Sans"/>
                <a:ea typeface="Noto Sans"/>
                <a:cs typeface="Noto Sans"/>
              </a:rPr>
              <a:t>목표 설계</a:t>
            </a:r>
          </a:p>
        </p:txBody>
      </p:sp>
      <p:pic>
        <p:nvPicPr>
          <p:cNvPr id="25" name="">
            <a:extLst>
              <a:ext uri="{FF2B5EF4-FFF2-40B4-BE49-F238E27FC236}">
                <ns2:creationId id="{99C71952-9980-4F32-AFED-C3A60A13A997}"/>
              </a:ext>
            </a:extLst>
          </p:cNvPr>
          <p:cNvPicPr>
            <a:picLocks noChangeAspect="1"/>
          </p:cNvPicPr>
          <p:nvPr/>
        </p:nvPicPr>
        <p:blipFill>
          <a:blip r:embed="rIdDocs1"/>
          <a:stretch/>
        </p:blipFill>
        <p:spPr>
          <a:xfrm>
            <a:off x="1528816" y="1181100"/>
            <a:ext cx="9134368" cy="5419725"/>
          </a:xfrm>
          <a:prstGeom prst="rect">
            <a:avLst/>
          </a:prstGeom>
        </p:spPr>
      </p:pic>
    </p:spTree>
    <p:extLst>
      <p:ext uri="{BB962C8B-B14F-4D97-AF65-F5344CB8AC3E}">
        <ns4:creationId val="3660729021"/>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sp>
        <p:nvSpPr>
          <p:cNvPr id="40" name="RoomPick Header Korean">
            <a:extLst>
              <a:ext uri="{FF2B5EF4-FFF2-40B4-BE49-F238E27FC236}">
                <ns2:creationId id="{9CDF8739-95BC-43FF-9636-4A7FA11CCCD4}"/>
              </a:ext>
            </a:extLst>
          </p:cNvPr>
          <p:cNvSpPr>
            <a:spLocks noGrp="1"/>
          </p:cNvSpPr>
          <p:nvPr/>
        </p:nvSpPr>
        <p:spPr>
          <a:xfrm>
            <a:off x="952500" y="171450"/>
            <a:ext cx="194310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서비스 소개</a:t>
            </a:r>
          </a:p>
        </p:txBody>
      </p:sp>
      <p:sp>
        <p:nvSpPr>
          <p:cNvPr id="41" name="RoomPick Header English">
            <a:extLst>
              <a:ext uri="{FF2B5EF4-FFF2-40B4-BE49-F238E27FC236}">
                <ns2:creationId id="{2AFD497A-8304-484A-A652-E731D6FB733E}"/>
              </a:ext>
            </a:extLst>
          </p:cNvPr>
          <p:cNvSpPr>
            <a:spLocks noGrp="1"/>
          </p:cNvSpPr>
          <p:nvPr/>
        </p:nvSpPr>
        <p:spPr>
          <a:xfrm>
            <a:off x="304800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Service Overview</a:t>
            </a:r>
          </a:p>
        </p:txBody>
      </p:sp>
      <p:nvGrpSpPr>
        <p:cNvPr id="42" name=""/>
        <p:cNvGrpSpPr/>
        <p:nvPr/>
      </p:nvGrpSpPr>
      <p:sp>
        <p:nvSpPr>
          <p:cNvPr id="43" name="RoomPick Docs Content">
            <a:extLst>
              <a:ext uri="{FF2B5EF4-FFF2-40B4-BE49-F238E27FC236}">
                <ns2:creationId id="{1974B33F-9A75-4564-ACF5-37EEDB57AE6F}"/>
              </a:ext>
            </a:extLst>
          </p:cNvPr>
          <p:cNvSpPr>
            <a:spLocks noGrp="1"/>
          </p:cNvSpPr>
          <p:nvPr/>
        </p:nvSpPr>
        <p:spPr>
          <a:xfrm>
            <a:off x="809625" y="1200150"/>
            <a:ext cx="10572750" cy="428625"/>
          </a:xfrm>
          <a:prstGeom prst="rect">
            <a:avLst/>
          </a:prstGeom>
          <a:noFill/>
          <a:ln w="0">
            <a:noFill/>
          </a:ln>
        </p:spPr>
        <p:txBody>
          <a:bodyPr lIns="0" tIns="0" rIns="0" bIns="0" anchor="t">
            <a:noAutofit/>
          </a:bodyPr>
          <a:lstStyle>
            <a:defPPr algn="l">
              <a:defRPr sz="2100" b="0">
                <a:solidFill>
                  <a:srgbClr val="262626"/>
                </a:solidFill>
                <a:latin typeface="Noto Sans"/>
                <a:ea typeface="Noto Sans"/>
                <a:cs typeface="Noto Sans"/>
              </a:defRPr>
            </a:defPPr>
          </a:lstStyle>
          <a:p>
            <a:pPr algn="l">
              <a:defRPr sz="2100" b="0">
                <a:solidFill>
                  <a:srgbClr val="262626"/>
                </a:solidFill>
                <a:latin typeface="Noto Sans"/>
                <a:ea typeface="Noto Sans"/>
                <a:cs typeface="Noto Sans"/>
              </a:defRPr>
            </a:pPr>
            <a:r>
              <a:rPr sz="2100" b="0">
                <a:solidFill>
                  <a:srgbClr val="262626"/>
                </a:solidFill>
                <a:latin typeface="Noto Sans"/>
                <a:ea typeface="Noto Sans"/>
                <a:cs typeface="Noto Sans"/>
              </a:rPr>
              <a:t>템플릿으로 공간 예시를 만들고, 실제 유사 상품을 탐색합니다</a:t>
            </a:r>
          </a:p>
        </p:txBody>
      </p:sp>
      <p:sp>
        <p:nvSpPr>
          <p:cNvPr id="44" name="RoomPick Docs Content">
            <a:extLst>
              <a:ext uri="{FF2B5EF4-FFF2-40B4-BE49-F238E27FC236}">
                <ns2:creationId id="{AB39D68B-877A-4819-B75E-43EBB345C3B2}"/>
              </a:ext>
            </a:extLst>
          </p:cNvPr>
          <p:cNvSpPr>
            <a:spLocks noGrp="1"/>
          </p:cNvSpPr>
          <p:nvPr/>
        </p:nvSpPr>
        <p:spPr>
          <a:xfrm>
            <a:off x="809625" y="1838325"/>
            <a:ext cx="4667250" cy="323850"/>
          </a:xfrm>
          <a:prstGeom prst="rect">
            <a:avLst/>
          </a:prstGeom>
          <a:noFill/>
          <a:ln w="0">
            <a:noFill/>
          </a:ln>
        </p:spPr>
        <p:txBody>
          <a:bodyPr lIns="0" tIns="0" rIns="0" bIns="0" anchor="t">
            <a:noAutofit/>
          </a:bodyPr>
          <a:lstStyle>
            <a:defPPr algn="l">
              <a:defRPr sz="1650" b="1">
                <a:solidFill>
                  <a:srgbClr val="429B90"/>
                </a:solidFill>
                <a:latin typeface="Noto Sans"/>
                <a:ea typeface="Noto Sans"/>
                <a:cs typeface="Noto Sans"/>
              </a:defRPr>
            </a:defPPr>
          </a:lstStyle>
          <a:p>
            <a:pPr algn="l">
              <a:defRPr sz="1650" b="1">
                <a:solidFill>
                  <a:srgbClr val="429B90"/>
                </a:solidFill>
                <a:latin typeface="Noto Sans"/>
                <a:ea typeface="Noto Sans"/>
                <a:cs typeface="Noto Sans"/>
              </a:defRPr>
            </a:pPr>
            <a:r>
              <a:rPr sz="1650" b="1">
                <a:solidFill>
                  <a:srgbClr val="429B90"/>
                </a:solidFill>
                <a:latin typeface="Noto Sans"/>
                <a:ea typeface="Noto Sans"/>
                <a:cs typeface="Noto Sans"/>
              </a:rPr>
              <a:t>공간 표현</a:t>
            </a:r>
          </a:p>
        </p:txBody>
      </p:sp>
      <p:sp>
        <p:nvSpPr>
          <p:cNvPr id="45" name="RoomPick Docs Content">
            <a:extLst>
              <a:ext uri="{FF2B5EF4-FFF2-40B4-BE49-F238E27FC236}">
                <ns2:creationId id="{7AC6F5FE-A1CF-4C28-A14F-B6B64290F3AB}"/>
              </a:ext>
            </a:extLst>
          </p:cNvPr>
          <p:cNvSpPr>
            <a:spLocks noGrp="1"/>
          </p:cNvSpPr>
          <p:nvPr/>
        </p:nvSpPr>
        <p:spPr>
          <a:xfrm>
            <a:off x="809625" y="2257425"/>
            <a:ext cx="5095875" cy="457200"/>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스케치와 텍스트 의도를 템플릿 기반 결과로 확인</a:t>
            </a:r>
          </a:p>
        </p:txBody>
      </p:sp>
      <p:sp>
        <p:nvSpPr>
          <p:cNvPr id="46" name="RoomPick Docs Content">
            <a:extLst>
              <a:ext uri="{FF2B5EF4-FFF2-40B4-BE49-F238E27FC236}">
                <ns2:creationId id="{14C2448D-D5BE-4B1C-8400-71C44CBB7F68}"/>
              </a:ext>
            </a:extLst>
          </p:cNvPr>
          <p:cNvSpPr>
            <a:spLocks noGrp="1"/>
          </p:cNvSpPr>
          <p:nvPr/>
        </p:nvSpPr>
        <p:spPr>
          <a:xfrm>
            <a:off x="6429375" y="1838325"/>
            <a:ext cx="4667250" cy="323850"/>
          </a:xfrm>
          <a:prstGeom prst="rect">
            <a:avLst/>
          </a:prstGeom>
          <a:noFill/>
          <a:ln w="0">
            <a:noFill/>
          </a:ln>
        </p:spPr>
        <p:txBody>
          <a:bodyPr lIns="0" tIns="0" rIns="0" bIns="0" anchor="t">
            <a:noAutofit/>
          </a:bodyPr>
          <a:lstStyle>
            <a:defPPr algn="l">
              <a:defRPr sz="1650" b="1">
                <a:solidFill>
                  <a:srgbClr val="A977D6"/>
                </a:solidFill>
                <a:latin typeface="Noto Sans"/>
                <a:ea typeface="Noto Sans"/>
                <a:cs typeface="Noto Sans"/>
              </a:defRPr>
            </a:defPPr>
          </a:lstStyle>
          <a:p>
            <a:pPr algn="l">
              <a:defRPr sz="1650" b="1">
                <a:solidFill>
                  <a:srgbClr val="A977D6"/>
                </a:solidFill>
                <a:latin typeface="Noto Sans"/>
                <a:ea typeface="Noto Sans"/>
                <a:cs typeface="Noto Sans"/>
              </a:defRPr>
            </a:pPr>
            <a:r>
              <a:rPr sz="1650" b="1">
                <a:solidFill>
                  <a:srgbClr val="A977D6"/>
                </a:solidFill>
                <a:latin typeface="Noto Sans"/>
                <a:ea typeface="Noto Sans"/>
                <a:cs typeface="Noto Sans"/>
              </a:rPr>
              <a:t>실제 상품 탐색</a:t>
            </a:r>
          </a:p>
        </p:txBody>
      </p:sp>
      <p:sp>
        <p:nvSpPr>
          <p:cNvPr id="47" name="RoomPick Docs Content">
            <a:extLst>
              <a:ext uri="{FF2B5EF4-FFF2-40B4-BE49-F238E27FC236}">
                <ns2:creationId id="{4A73C17F-54CB-497B-BA68-740138BB4D40}"/>
              </a:ext>
            </a:extLst>
          </p:cNvPr>
          <p:cNvSpPr>
            <a:spLocks noGrp="1"/>
          </p:cNvSpPr>
          <p:nvPr/>
        </p:nvSpPr>
        <p:spPr>
          <a:xfrm>
            <a:off x="6429375" y="2257425"/>
            <a:ext cx="4953000" cy="457200"/>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선택한 물체와 닮은 상품을 비교하고 다나와에서 확인</a:t>
            </a:r>
          </a:p>
        </p:txBody>
      </p:sp>
      <p:pic>
        <p:nvPicPr>
          <p:cNvPr id="48" name="">
            <a:extLst>
              <a:ext uri="{FF2B5EF4-FFF2-40B4-BE49-F238E27FC236}">
                <ns2:creationId id="{07D497B5-2E8C-4B5C-9C7B-E2F1616D7C0C}"/>
              </a:ext>
            </a:extLst>
          </p:cNvPr>
          <p:cNvPicPr>
            <a:picLocks noChangeAspect="1"/>
          </p:cNvPicPr>
          <p:nvPr/>
        </p:nvPicPr>
        <p:blipFill>
          <a:blip r:embed="rIdDocs1"/>
          <a:stretch/>
        </p:blipFill>
        <p:spPr>
          <a:xfrm>
            <a:off x="1045535" y="2800350"/>
            <a:ext cx="10100930" cy="3619500"/>
          </a:xfrm>
          <a:prstGeom prst="rect">
            <a:avLst/>
          </a:prstGeom>
        </p:spPr>
      </p:pic>
    </p:spTree>
    <p:extLst>
      <p:ext uri="{BB962C8B-B14F-4D97-AF65-F5344CB8AC3E}">
        <ns4:creationId val="2921141492"/>
      </p:ext>
    </p:extLst>
  </p:cSld>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sp>
        <p:nvSpPr>
          <p:cNvPr id="14" name="RoomPick Header Korean">
            <a:extLst>
              <a:ext uri="{FF2B5EF4-FFF2-40B4-BE49-F238E27FC236}">
                <ns2:creationId id="{01656898-F0A9-4AB7-AEFF-55B9E0E67D2A}"/>
              </a:ext>
            </a:extLst>
          </p:cNvPr>
          <p:cNvSpPr>
            <a:spLocks noGrp="1"/>
          </p:cNvSpPr>
          <p:nvPr/>
        </p:nvSpPr>
        <p:spPr>
          <a:xfrm>
            <a:off x="952500" y="171450"/>
            <a:ext cx="272415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서비스 사용 흐름</a:t>
            </a:r>
          </a:p>
        </p:txBody>
      </p:sp>
      <p:sp>
        <p:nvSpPr>
          <p:cNvPr id="15" name="RoomPick Header English">
            <a:extLst>
              <a:ext uri="{FF2B5EF4-FFF2-40B4-BE49-F238E27FC236}">
                <ns2:creationId id="{1CA83427-AEF7-4767-9944-1A52CFC8D256}"/>
              </a:ext>
            </a:extLst>
          </p:cNvPr>
          <p:cNvSpPr>
            <a:spLocks noGrp="1"/>
          </p:cNvSpPr>
          <p:nvPr/>
        </p:nvSpPr>
        <p:spPr>
          <a:xfrm>
            <a:off x="382905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User Flow</a:t>
            </a:r>
          </a:p>
        </p:txBody>
      </p:sp>
      <p:nvGrpSpPr>
        <p:cNvPr id="16" name=""/>
        <p:cNvGrpSpPr/>
        <p:nvPr/>
      </p:nvGrpSpPr>
      <p:cxnSp>
        <p:nvCxnSpPr>
          <p:cNvPr id="17" name="">
            <a:extLst>
              <a:ext uri="{FF2B5EF4-FFF2-40B4-BE49-F238E27FC236}">
                <ns2:creationId id="{5981B583-1A8E-4AD0-BEF1-C77F28DE8AAF}"/>
              </a:ext>
            </a:extLst>
          </p:cNvPr>
          <p:cNvCxnSpPr>
            <a:stCxn id="31" idx="3"/>
            <a:endCxn id="34" idx="1"/>
          </p:cNvCxnSpPr>
          <p:nvPr/>
        </p:nvCxnSpPr>
        <p:spPr>
          <a:xfrm>
            <a:off x="9048750" y="2647950"/>
            <a:ext cx="333375" cy="0"/>
          </a:xfrm>
          <a:prstGeom prst="straightConnector1">
            <a:avLst/>
          </a:prstGeom>
          <a:ln w="14288">
            <a:solidFill>
              <a:srgbClr val="C7C7C7"/>
            </a:solidFill>
            <a:tailEnd type="arrow" w="med" len="med"/>
          </a:ln>
        </p:spPr>
      </p:cxnSp>
      <p:cxnSp>
        <p:nvCxnSpPr>
          <p:cNvPr id="18" name="">
            <a:extLst>
              <a:ext uri="{FF2B5EF4-FFF2-40B4-BE49-F238E27FC236}">
                <ns2:creationId id="{B7CFFB43-9131-448F-9D7C-1102AD15632C}"/>
              </a:ext>
            </a:extLst>
          </p:cNvPr>
          <p:cNvCxnSpPr>
            <a:stCxn id="28" idx="3"/>
            <a:endCxn id="31" idx="1"/>
          </p:cNvCxnSpPr>
          <p:nvPr/>
        </p:nvCxnSpPr>
        <p:spPr>
          <a:xfrm>
            <a:off x="6905625" y="2647950"/>
            <a:ext cx="333375" cy="0"/>
          </a:xfrm>
          <a:prstGeom prst="straightConnector1">
            <a:avLst/>
          </a:prstGeom>
          <a:ln w="14288">
            <a:solidFill>
              <a:srgbClr val="C7C7C7"/>
            </a:solidFill>
            <a:tailEnd type="arrow" w="med" len="med"/>
          </a:ln>
        </p:spPr>
      </p:cxnSp>
      <p:cxnSp>
        <p:nvCxnSpPr>
          <p:cNvPr id="19" name="">
            <a:extLst>
              <a:ext uri="{FF2B5EF4-FFF2-40B4-BE49-F238E27FC236}">
                <ns2:creationId id="{CED7E902-5330-40CE-AF11-EA00DB3CE190}"/>
              </a:ext>
            </a:extLst>
          </p:cNvPr>
          <p:cNvCxnSpPr>
            <a:stCxn id="25" idx="3"/>
            <a:endCxn id="28" idx="1"/>
          </p:cNvCxnSpPr>
          <p:nvPr/>
        </p:nvCxnSpPr>
        <p:spPr>
          <a:xfrm>
            <a:off x="4762500" y="2647950"/>
            <a:ext cx="333375" cy="0"/>
          </a:xfrm>
          <a:prstGeom prst="straightConnector1">
            <a:avLst/>
          </a:prstGeom>
          <a:ln w="14288">
            <a:solidFill>
              <a:srgbClr val="C7C7C7"/>
            </a:solidFill>
            <a:tailEnd type="arrow" w="med" len="med"/>
          </a:ln>
        </p:spPr>
      </p:cxnSp>
      <p:cxnSp>
        <p:nvCxnSpPr>
          <p:cNvPr id="20" name="">
            <a:extLst>
              <a:ext uri="{FF2B5EF4-FFF2-40B4-BE49-F238E27FC236}">
                <ns2:creationId id="{E890A513-3FFD-4CD8-9CC6-9A69CA85D12B}"/>
              </a:ext>
            </a:extLst>
          </p:cNvPr>
          <p:cNvCxnSpPr>
            <a:stCxn id="22" idx="3"/>
            <a:endCxn id="25" idx="1"/>
          </p:cNvCxnSpPr>
          <p:nvPr/>
        </p:nvCxnSpPr>
        <p:spPr>
          <a:xfrm>
            <a:off x="2619375" y="2647950"/>
            <a:ext cx="333375" cy="0"/>
          </a:xfrm>
          <a:prstGeom prst="straightConnector1">
            <a:avLst/>
          </a:prstGeom>
          <a:ln w="14288">
            <a:solidFill>
              <a:srgbClr val="C7C7C7"/>
            </a:solidFill>
            <a:tailEnd type="arrow" w="med" len="med"/>
          </a:ln>
        </p:spPr>
      </p:cxnSp>
      <p:sp>
        <p:nvSpPr>
          <p:cNvPr id="21" name="RoomPick Docs Content">
            <a:extLst>
              <a:ext uri="{FF2B5EF4-FFF2-40B4-BE49-F238E27FC236}">
                <ns2:creationId id="{0CDC95B5-C658-4173-AD6C-E08AC112E766}"/>
              </a:ext>
            </a:extLst>
          </p:cNvPr>
          <p:cNvSpPr>
            <a:spLocks noGrp="1"/>
          </p:cNvSpPr>
          <p:nvPr/>
        </p:nvSpPr>
        <p:spPr>
          <a:xfrm>
            <a:off x="809625" y="1447800"/>
            <a:ext cx="1905000" cy="609600"/>
          </a:xfrm>
          <a:prstGeom prst="rect">
            <a:avLst/>
          </a:prstGeom>
          <a:noFill/>
          <a:ln w="0">
            <a:noFill/>
          </a:ln>
        </p:spPr>
        <p:txBody>
          <a:bodyPr lIns="0" tIns="0" rIns="0" bIns="0" anchor="t">
            <a:noAutofit/>
          </a:bodyPr>
          <a:lstStyle>
            <a:defPPr algn="l">
              <a:defRPr sz="3450" b="1">
                <a:solidFill>
                  <a:srgbClr val="78BFFF"/>
                </a:solidFill>
                <a:latin typeface="Noto Sans"/>
                <a:ea typeface="Noto Sans"/>
                <a:cs typeface="Noto Sans"/>
              </a:defRPr>
            </a:defPPr>
          </a:lstStyle>
          <a:p>
            <a:pPr algn="l">
              <a:defRPr sz="3450" b="1">
                <a:solidFill>
                  <a:srgbClr val="78BFFF"/>
                </a:solidFill>
                <a:latin typeface="Noto Sans"/>
                <a:ea typeface="Noto Sans"/>
                <a:cs typeface="Noto Sans"/>
              </a:defRPr>
            </a:pPr>
            <a:r>
              <a:rPr sz="3450" b="1">
                <a:solidFill>
                  <a:srgbClr val="78BFFF"/>
                </a:solidFill>
                <a:latin typeface="Noto Sans"/>
                <a:ea typeface="Noto Sans"/>
                <a:cs typeface="Noto Sans"/>
              </a:rPr>
              <a:t>01</a:t>
            </a:r>
          </a:p>
        </p:txBody>
      </p:sp>
      <p:sp>
        <p:nvSpPr>
          <p:cNvPr id="22" name="RoomPick Docs Content">
            <a:extLst>
              <a:ext uri="{FF2B5EF4-FFF2-40B4-BE49-F238E27FC236}">
                <ns2:creationId id="{C2BB86C0-A37E-405D-BF66-40083D6FBCA1}"/>
              </a:ext>
            </a:extLst>
          </p:cNvPr>
          <p:cNvSpPr>
            <a:spLocks noGrp="1"/>
          </p:cNvSpPr>
          <p:nvPr/>
        </p:nvSpPr>
        <p:spPr>
          <a:xfrm>
            <a:off x="809625" y="2276475"/>
            <a:ext cx="1809750" cy="742950"/>
          </a:xfrm>
          <a:prstGeom prst="rect">
            <a:avLst/>
          </a:prstGeom>
          <a:noFill/>
          <a:ln w="0">
            <a:noFill/>
          </a:ln>
        </p:spPr>
        <p:txBody>
          <a:bodyPr lIns="0" tIns="0" rIns="0" bIns="0" anchor="t">
            <a:noAutofit/>
          </a:bodyPr>
          <a:lstStyle>
            <a:defPPr algn="l">
              <a:defRPr sz="1725" b="1">
                <a:solidFill>
                  <a:srgbClr val="262626"/>
                </a:solidFill>
                <a:latin typeface="Noto Sans"/>
                <a:ea typeface="Noto Sans"/>
                <a:cs typeface="Noto Sans"/>
              </a:defRPr>
            </a:defPPr>
          </a:lstStyle>
          <a:p>
            <a:pPr algn="l">
              <a:defRPr sz="1725" b="1">
                <a:solidFill>
                  <a:srgbClr val="262626"/>
                </a:solidFill>
                <a:latin typeface="Noto Sans"/>
                <a:ea typeface="Noto Sans"/>
                <a:cs typeface="Noto Sans"/>
              </a:defRPr>
            </a:pPr>
            <a:r>
              <a:rPr sz="1725" b="1">
                <a:solidFill>
                  <a:srgbClr val="262626"/>
                </a:solidFill>
                <a:latin typeface="Noto Sans"/>
                <a:ea typeface="Noto Sans"/>
                <a:cs typeface="Noto Sans"/>
              </a:rPr>
              <a:t>사진과</a:t>
            </a:r>
          </a:p>
          <a:p>
            <a:pPr algn="l">
              <a:defRPr sz="1725" b="1">
                <a:solidFill>
                  <a:srgbClr val="262626"/>
                </a:solidFill>
                <a:latin typeface="Noto Sans"/>
                <a:ea typeface="Noto Sans"/>
                <a:cs typeface="Noto Sans"/>
              </a:defRPr>
            </a:pPr>
            <a:r>
              <a:rPr sz="1725" b="1">
                <a:solidFill>
                  <a:srgbClr val="262626"/>
                </a:solidFill>
                <a:latin typeface="Noto Sans"/>
                <a:ea typeface="Noto Sans"/>
                <a:cs typeface="Noto Sans"/>
              </a:rPr>
              <a:t>의도 입력</a:t>
            </a:r>
          </a:p>
        </p:txBody>
      </p:sp>
      <p:sp>
        <p:nvSpPr>
          <p:cNvPr id="23" name="RoomPick Docs Content">
            <a:extLst>
              <a:ext uri="{FF2B5EF4-FFF2-40B4-BE49-F238E27FC236}">
                <ns2:creationId id="{9B66E768-1DE8-4B8D-A883-236BD3E8A52B}"/>
              </a:ext>
            </a:extLst>
          </p:cNvPr>
          <p:cNvSpPr>
            <a:spLocks noGrp="1"/>
          </p:cNvSpPr>
          <p:nvPr/>
        </p:nvSpPr>
        <p:spPr>
          <a:xfrm>
            <a:off x="809625" y="3276600"/>
            <a:ext cx="2000250" cy="781050"/>
          </a:xfrm>
          <a:prstGeom prst="rect">
            <a:avLst/>
          </a:prstGeom>
          <a:noFill/>
          <a:ln w="0">
            <a:noFill/>
          </a:ln>
        </p:spPr>
        <p:txBody>
          <a:bodyPr lIns="0" tIns="0" rIns="0" bIns="0" anchor="t">
            <a:noAutofit/>
          </a:bodyPr>
          <a:lstStyle>
            <a:defPPr algn="l">
              <a:defRPr sz="1350" b="0">
                <a:solidFill>
                  <a:srgbClr val="808080"/>
                </a:solidFill>
                <a:latin typeface="Noto Sans"/>
                <a:ea typeface="Noto Sans"/>
                <a:cs typeface="Noto Sans"/>
              </a:defRPr>
            </a:defPPr>
          </a:lstStyle>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스케치 또는 텍스트로</a:t>
            </a:r>
          </a:p>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위치와 조건 전달</a:t>
            </a:r>
          </a:p>
        </p:txBody>
      </p:sp>
      <p:sp>
        <p:nvSpPr>
          <p:cNvPr id="24" name="RoomPick Docs Content">
            <a:extLst>
              <a:ext uri="{FF2B5EF4-FFF2-40B4-BE49-F238E27FC236}">
                <ns2:creationId id="{49E7FFC9-5B65-45F7-8415-0A356F212A30}"/>
              </a:ext>
            </a:extLst>
          </p:cNvPr>
          <p:cNvSpPr>
            <a:spLocks noGrp="1"/>
          </p:cNvSpPr>
          <p:nvPr/>
        </p:nvSpPr>
        <p:spPr>
          <a:xfrm>
            <a:off x="2952750" y="1447800"/>
            <a:ext cx="1905000" cy="609600"/>
          </a:xfrm>
          <a:prstGeom prst="rect">
            <a:avLst/>
          </a:prstGeom>
          <a:noFill/>
          <a:ln w="0">
            <a:noFill/>
          </a:ln>
        </p:spPr>
        <p:txBody>
          <a:bodyPr lIns="0" tIns="0" rIns="0" bIns="0" anchor="t">
            <a:noAutofit/>
          </a:bodyPr>
          <a:lstStyle>
            <a:defPPr algn="l">
              <a:defRPr sz="3450" b="1">
                <a:solidFill>
                  <a:srgbClr val="429B90"/>
                </a:solidFill>
                <a:latin typeface="Noto Sans"/>
                <a:ea typeface="Noto Sans"/>
                <a:cs typeface="Noto Sans"/>
              </a:defRPr>
            </a:defPPr>
          </a:lstStyle>
          <a:p>
            <a:pPr algn="l">
              <a:defRPr sz="3450" b="1">
                <a:solidFill>
                  <a:srgbClr val="429B90"/>
                </a:solidFill>
                <a:latin typeface="Noto Sans"/>
                <a:ea typeface="Noto Sans"/>
                <a:cs typeface="Noto Sans"/>
              </a:defRPr>
            </a:pPr>
            <a:r>
              <a:rPr sz="3450" b="1">
                <a:solidFill>
                  <a:srgbClr val="429B90"/>
                </a:solidFill>
                <a:latin typeface="Noto Sans"/>
                <a:ea typeface="Noto Sans"/>
                <a:cs typeface="Noto Sans"/>
              </a:rPr>
              <a:t>02</a:t>
            </a:r>
          </a:p>
        </p:txBody>
      </p:sp>
      <p:sp>
        <p:nvSpPr>
          <p:cNvPr id="25" name="RoomPick Docs Content">
            <a:extLst>
              <a:ext uri="{FF2B5EF4-FFF2-40B4-BE49-F238E27FC236}">
                <ns2:creationId id="{A839B5E0-6701-466F-826C-435424AFE923}"/>
              </a:ext>
            </a:extLst>
          </p:cNvPr>
          <p:cNvSpPr>
            <a:spLocks noGrp="1"/>
          </p:cNvSpPr>
          <p:nvPr/>
        </p:nvSpPr>
        <p:spPr>
          <a:xfrm>
            <a:off x="2952750" y="2276475"/>
            <a:ext cx="1809750" cy="742950"/>
          </a:xfrm>
          <a:prstGeom prst="rect">
            <a:avLst/>
          </a:prstGeom>
          <a:noFill/>
          <a:ln w="0">
            <a:noFill/>
          </a:ln>
        </p:spPr>
        <p:txBody>
          <a:bodyPr lIns="0" tIns="0" rIns="0" bIns="0" anchor="t">
            <a:noAutofit/>
          </a:bodyPr>
          <a:lstStyle>
            <a:defPPr algn="l">
              <a:defRPr sz="1725" b="1">
                <a:solidFill>
                  <a:srgbClr val="262626"/>
                </a:solidFill>
                <a:latin typeface="Noto Sans"/>
                <a:ea typeface="Noto Sans"/>
                <a:cs typeface="Noto Sans"/>
              </a:defRPr>
            </a:defPPr>
          </a:lstStyle>
          <a:p>
            <a:pPr algn="l">
              <a:defRPr sz="1725" b="1">
                <a:solidFill>
                  <a:srgbClr val="262626"/>
                </a:solidFill>
                <a:latin typeface="Noto Sans"/>
                <a:ea typeface="Noto Sans"/>
                <a:cs typeface="Noto Sans"/>
              </a:defRPr>
            </a:pPr>
            <a:r>
              <a:rPr sz="1725" b="1">
                <a:solidFill>
                  <a:srgbClr val="262626"/>
                </a:solidFill>
                <a:latin typeface="Noto Sans"/>
                <a:ea typeface="Noto Sans"/>
                <a:cs typeface="Noto Sans"/>
              </a:rPr>
              <a:t>템플릿 기반</a:t>
            </a:r>
          </a:p>
          <a:p>
            <a:pPr algn="l">
              <a:defRPr sz="1725" b="1">
                <a:solidFill>
                  <a:srgbClr val="262626"/>
                </a:solidFill>
                <a:latin typeface="Noto Sans"/>
                <a:ea typeface="Noto Sans"/>
                <a:cs typeface="Noto Sans"/>
              </a:defRPr>
            </a:pPr>
            <a:r>
              <a:rPr sz="1725" b="1">
                <a:solidFill>
                  <a:srgbClr val="262626"/>
                </a:solidFill>
                <a:latin typeface="Noto Sans"/>
                <a:ea typeface="Noto Sans"/>
                <a:cs typeface="Noto Sans"/>
              </a:rPr>
              <a:t>공간 생성</a:t>
            </a:r>
          </a:p>
        </p:txBody>
      </p:sp>
      <p:sp>
        <p:nvSpPr>
          <p:cNvPr id="26" name="RoomPick Docs Content">
            <a:extLst>
              <a:ext uri="{FF2B5EF4-FFF2-40B4-BE49-F238E27FC236}">
                <ns2:creationId id="{7D36B6B2-580C-49D1-A355-04A52CB9812B}"/>
              </a:ext>
            </a:extLst>
          </p:cNvPr>
          <p:cNvSpPr>
            <a:spLocks noGrp="1"/>
          </p:cNvSpPr>
          <p:nvPr/>
        </p:nvSpPr>
        <p:spPr>
          <a:xfrm>
            <a:off x="2952750" y="3276600"/>
            <a:ext cx="2000250" cy="781050"/>
          </a:xfrm>
          <a:prstGeom prst="rect">
            <a:avLst/>
          </a:prstGeom>
          <a:noFill/>
          <a:ln w="0">
            <a:noFill/>
          </a:ln>
        </p:spPr>
        <p:txBody>
          <a:bodyPr lIns="0" tIns="0" rIns="0" bIns="0" anchor="t">
            <a:noAutofit/>
          </a:bodyPr>
          <a:lstStyle>
            <a:defPPr algn="l">
              <a:defRPr sz="1350" b="0">
                <a:solidFill>
                  <a:srgbClr val="808080"/>
                </a:solidFill>
                <a:latin typeface="Noto Sans"/>
                <a:ea typeface="Noto Sans"/>
                <a:cs typeface="Noto Sans"/>
              </a:defRPr>
            </a:defPPr>
          </a:lstStyle>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입력 보존 확인 후</a:t>
            </a:r>
          </a:p>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공간 결과 구성</a:t>
            </a:r>
          </a:p>
        </p:txBody>
      </p:sp>
      <p:sp>
        <p:nvSpPr>
          <p:cNvPr id="27" name="RoomPick Docs Content">
            <a:extLst>
              <a:ext uri="{FF2B5EF4-FFF2-40B4-BE49-F238E27FC236}">
                <ns2:creationId id="{F5EAEC23-DB15-4C8A-98E9-C4BACB9B4C7E}"/>
              </a:ext>
            </a:extLst>
          </p:cNvPr>
          <p:cNvSpPr>
            <a:spLocks noGrp="1"/>
          </p:cNvSpPr>
          <p:nvPr/>
        </p:nvSpPr>
        <p:spPr>
          <a:xfrm>
            <a:off x="5095875" y="1447800"/>
            <a:ext cx="1905000" cy="609600"/>
          </a:xfrm>
          <a:prstGeom prst="rect">
            <a:avLst/>
          </a:prstGeom>
          <a:noFill/>
          <a:ln w="0">
            <a:noFill/>
          </a:ln>
        </p:spPr>
        <p:txBody>
          <a:bodyPr lIns="0" tIns="0" rIns="0" bIns="0" anchor="t">
            <a:noAutofit/>
          </a:bodyPr>
          <a:lstStyle>
            <a:defPPr algn="l">
              <a:defRPr sz="3450" b="1">
                <a:solidFill>
                  <a:srgbClr val="A977D6"/>
                </a:solidFill>
                <a:latin typeface="Noto Sans"/>
                <a:ea typeface="Noto Sans"/>
                <a:cs typeface="Noto Sans"/>
              </a:defRPr>
            </a:defPPr>
          </a:lstStyle>
          <a:p>
            <a:pPr algn="l">
              <a:defRPr sz="3450" b="1">
                <a:solidFill>
                  <a:srgbClr val="A977D6"/>
                </a:solidFill>
                <a:latin typeface="Noto Sans"/>
                <a:ea typeface="Noto Sans"/>
                <a:cs typeface="Noto Sans"/>
              </a:defRPr>
            </a:pPr>
            <a:r>
              <a:rPr sz="3450" b="1">
                <a:solidFill>
                  <a:srgbClr val="A977D6"/>
                </a:solidFill>
                <a:latin typeface="Noto Sans"/>
                <a:ea typeface="Noto Sans"/>
                <a:cs typeface="Noto Sans"/>
              </a:rPr>
              <a:t>03</a:t>
            </a:r>
          </a:p>
        </p:txBody>
      </p:sp>
      <p:sp>
        <p:nvSpPr>
          <p:cNvPr id="28" name="RoomPick Docs Content">
            <a:extLst>
              <a:ext uri="{FF2B5EF4-FFF2-40B4-BE49-F238E27FC236}">
                <ns2:creationId id="{A3D1176D-9166-4A11-9BEF-84E8B081CF56}"/>
              </a:ext>
            </a:extLst>
          </p:cNvPr>
          <p:cNvSpPr>
            <a:spLocks noGrp="1"/>
          </p:cNvSpPr>
          <p:nvPr/>
        </p:nvSpPr>
        <p:spPr>
          <a:xfrm>
            <a:off x="5095875" y="2276475"/>
            <a:ext cx="1809750" cy="742950"/>
          </a:xfrm>
          <a:prstGeom prst="rect">
            <a:avLst/>
          </a:prstGeom>
          <a:noFill/>
          <a:ln w="0">
            <a:noFill/>
          </a:ln>
        </p:spPr>
        <p:txBody>
          <a:bodyPr lIns="0" tIns="0" rIns="0" bIns="0" anchor="t">
            <a:noAutofit/>
          </a:bodyPr>
          <a:lstStyle>
            <a:defPPr algn="l">
              <a:defRPr sz="1725" b="1">
                <a:solidFill>
                  <a:srgbClr val="262626"/>
                </a:solidFill>
                <a:latin typeface="Noto Sans"/>
                <a:ea typeface="Noto Sans"/>
                <a:cs typeface="Noto Sans"/>
              </a:defRPr>
            </a:defPPr>
          </a:lstStyle>
          <a:p>
            <a:pPr algn="l">
              <a:defRPr sz="1725" b="1">
                <a:solidFill>
                  <a:srgbClr val="262626"/>
                </a:solidFill>
                <a:latin typeface="Noto Sans"/>
                <a:ea typeface="Noto Sans"/>
                <a:cs typeface="Noto Sans"/>
              </a:defRPr>
            </a:pPr>
            <a:r>
              <a:rPr sz="1725" b="1">
                <a:solidFill>
                  <a:srgbClr val="262626"/>
                </a:solidFill>
                <a:latin typeface="Noto Sans"/>
                <a:ea typeface="Noto Sans"/>
                <a:cs typeface="Noto Sans"/>
              </a:rPr>
              <a:t>물체 선택과</a:t>
            </a:r>
          </a:p>
          <a:p>
            <a:pPr algn="l">
              <a:defRPr sz="1725" b="1">
                <a:solidFill>
                  <a:srgbClr val="262626"/>
                </a:solidFill>
                <a:latin typeface="Noto Sans"/>
                <a:ea typeface="Noto Sans"/>
                <a:cs typeface="Noto Sans"/>
              </a:defRPr>
            </a:pPr>
            <a:r>
              <a:rPr sz="1725" b="1">
                <a:solidFill>
                  <a:srgbClr val="262626"/>
                </a:solidFill>
                <a:latin typeface="Noto Sans"/>
                <a:ea typeface="Noto Sans"/>
                <a:cs typeface="Noto Sans"/>
              </a:rPr>
              <a:t>분석 수정</a:t>
            </a:r>
          </a:p>
        </p:txBody>
      </p:sp>
      <p:sp>
        <p:nvSpPr>
          <p:cNvPr id="29" name="RoomPick Docs Content">
            <a:extLst>
              <a:ext uri="{FF2B5EF4-FFF2-40B4-BE49-F238E27FC236}">
                <ns2:creationId id="{B6392FE5-2660-4292-AE36-D8A513BEC6C6}"/>
              </a:ext>
            </a:extLst>
          </p:cNvPr>
          <p:cNvSpPr>
            <a:spLocks noGrp="1"/>
          </p:cNvSpPr>
          <p:nvPr/>
        </p:nvSpPr>
        <p:spPr>
          <a:xfrm>
            <a:off x="5095875" y="3276600"/>
            <a:ext cx="2000250" cy="781050"/>
          </a:xfrm>
          <a:prstGeom prst="rect">
            <a:avLst/>
          </a:prstGeom>
          <a:noFill/>
          <a:ln w="0">
            <a:noFill/>
          </a:ln>
        </p:spPr>
        <p:txBody>
          <a:bodyPr lIns="0" tIns="0" rIns="0" bIns="0" anchor="t">
            <a:noAutofit/>
          </a:bodyPr>
          <a:lstStyle>
            <a:defPPr algn="l">
              <a:defRPr sz="1350" b="0">
                <a:solidFill>
                  <a:srgbClr val="808080"/>
                </a:solidFill>
                <a:latin typeface="Noto Sans"/>
                <a:ea typeface="Noto Sans"/>
                <a:cs typeface="Noto Sans"/>
              </a:defRPr>
            </a:defPPr>
          </a:lstStyle>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품목과 영역을 확인해</a:t>
            </a:r>
          </a:p>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검색 대상 확정</a:t>
            </a:r>
          </a:p>
        </p:txBody>
      </p:sp>
      <p:sp>
        <p:nvSpPr>
          <p:cNvPr id="30" name="RoomPick Docs Content">
            <a:extLst>
              <a:ext uri="{FF2B5EF4-FFF2-40B4-BE49-F238E27FC236}">
                <ns2:creationId id="{3CCFA71C-5820-4FDA-8581-E4A93D8A2F78}"/>
              </a:ext>
            </a:extLst>
          </p:cNvPr>
          <p:cNvSpPr>
            <a:spLocks noGrp="1"/>
          </p:cNvSpPr>
          <p:nvPr/>
        </p:nvSpPr>
        <p:spPr>
          <a:xfrm>
            <a:off x="7239000" y="1447800"/>
            <a:ext cx="1905000" cy="609600"/>
          </a:xfrm>
          <a:prstGeom prst="rect">
            <a:avLst/>
          </a:prstGeom>
          <a:noFill/>
          <a:ln w="0">
            <a:noFill/>
          </a:ln>
        </p:spPr>
        <p:txBody>
          <a:bodyPr lIns="0" tIns="0" rIns="0" bIns="0" anchor="t">
            <a:noAutofit/>
          </a:bodyPr>
          <a:lstStyle>
            <a:defPPr algn="l">
              <a:defRPr sz="3450" b="1">
                <a:solidFill>
                  <a:srgbClr val="FF7B85"/>
                </a:solidFill>
                <a:latin typeface="Noto Sans"/>
                <a:ea typeface="Noto Sans"/>
                <a:cs typeface="Noto Sans"/>
              </a:defRPr>
            </a:defPPr>
          </a:lstStyle>
          <a:p>
            <a:pPr algn="l">
              <a:defRPr sz="3450" b="1">
                <a:solidFill>
                  <a:srgbClr val="FF7B85"/>
                </a:solidFill>
                <a:latin typeface="Noto Sans"/>
                <a:ea typeface="Noto Sans"/>
                <a:cs typeface="Noto Sans"/>
              </a:defRPr>
            </a:pPr>
            <a:r>
              <a:rPr sz="3450" b="1">
                <a:solidFill>
                  <a:srgbClr val="FF7B85"/>
                </a:solidFill>
                <a:latin typeface="Noto Sans"/>
                <a:ea typeface="Noto Sans"/>
                <a:cs typeface="Noto Sans"/>
              </a:rPr>
              <a:t>04</a:t>
            </a:r>
          </a:p>
        </p:txBody>
      </p:sp>
      <p:sp>
        <p:nvSpPr>
          <p:cNvPr id="31" name="RoomPick Docs Content">
            <a:extLst>
              <a:ext uri="{FF2B5EF4-FFF2-40B4-BE49-F238E27FC236}">
                <ns2:creationId id="{6718D36C-1982-4C00-9A24-35AABC297663}"/>
              </a:ext>
            </a:extLst>
          </p:cNvPr>
          <p:cNvSpPr>
            <a:spLocks noGrp="1"/>
          </p:cNvSpPr>
          <p:nvPr/>
        </p:nvSpPr>
        <p:spPr>
          <a:xfrm>
            <a:off x="7239000" y="2276475"/>
            <a:ext cx="1809750" cy="742950"/>
          </a:xfrm>
          <a:prstGeom prst="rect">
            <a:avLst/>
          </a:prstGeom>
          <a:noFill/>
          <a:ln w="0">
            <a:noFill/>
          </a:ln>
        </p:spPr>
        <p:txBody>
          <a:bodyPr lIns="0" tIns="0" rIns="0" bIns="0" anchor="t">
            <a:noAutofit/>
          </a:bodyPr>
          <a:lstStyle>
            <a:defPPr algn="l">
              <a:defRPr sz="1725" b="1">
                <a:solidFill>
                  <a:srgbClr val="262626"/>
                </a:solidFill>
                <a:latin typeface="Noto Sans"/>
                <a:ea typeface="Noto Sans"/>
                <a:cs typeface="Noto Sans"/>
              </a:defRPr>
            </a:defPPr>
          </a:lstStyle>
          <a:p>
            <a:pPr algn="l">
              <a:defRPr sz="1725" b="1">
                <a:solidFill>
                  <a:srgbClr val="262626"/>
                </a:solidFill>
                <a:latin typeface="Noto Sans"/>
                <a:ea typeface="Noto Sans"/>
                <a:cs typeface="Noto Sans"/>
              </a:defRPr>
            </a:pPr>
            <a:r>
              <a:rPr sz="1725" b="1">
                <a:solidFill>
                  <a:srgbClr val="262626"/>
                </a:solidFill>
                <a:latin typeface="Noto Sans"/>
                <a:ea typeface="Noto Sans"/>
                <a:cs typeface="Noto Sans"/>
              </a:rPr>
              <a:t>실제 유사</a:t>
            </a:r>
          </a:p>
          <a:p>
            <a:pPr algn="l">
              <a:defRPr sz="1725" b="1">
                <a:solidFill>
                  <a:srgbClr val="262626"/>
                </a:solidFill>
                <a:latin typeface="Noto Sans"/>
                <a:ea typeface="Noto Sans"/>
                <a:cs typeface="Noto Sans"/>
              </a:defRPr>
            </a:pPr>
            <a:r>
              <a:rPr sz="1725" b="1">
                <a:solidFill>
                  <a:srgbClr val="262626"/>
                </a:solidFill>
                <a:latin typeface="Noto Sans"/>
                <a:ea typeface="Noto Sans"/>
                <a:cs typeface="Noto Sans"/>
              </a:rPr>
              <a:t>상품 비교</a:t>
            </a:r>
          </a:p>
        </p:txBody>
      </p:sp>
      <p:sp>
        <p:nvSpPr>
          <p:cNvPr id="32" name="RoomPick Docs Content">
            <a:extLst>
              <a:ext uri="{FF2B5EF4-FFF2-40B4-BE49-F238E27FC236}">
                <ns2:creationId id="{A442F7C6-3A45-45E6-B246-9711B1AA2857}"/>
              </a:ext>
            </a:extLst>
          </p:cNvPr>
          <p:cNvSpPr>
            <a:spLocks noGrp="1"/>
          </p:cNvSpPr>
          <p:nvPr/>
        </p:nvSpPr>
        <p:spPr>
          <a:xfrm>
            <a:off x="7239000" y="3276600"/>
            <a:ext cx="2000250" cy="781050"/>
          </a:xfrm>
          <a:prstGeom prst="rect">
            <a:avLst/>
          </a:prstGeom>
          <a:noFill/>
          <a:ln w="0">
            <a:noFill/>
          </a:ln>
        </p:spPr>
        <p:txBody>
          <a:bodyPr lIns="0" tIns="0" rIns="0" bIns="0" anchor="t">
            <a:noAutofit/>
          </a:bodyPr>
          <a:lstStyle>
            <a:defPPr algn="l">
              <a:defRPr sz="1350" b="0">
                <a:solidFill>
                  <a:srgbClr val="808080"/>
                </a:solidFill>
                <a:latin typeface="Noto Sans"/>
                <a:ea typeface="Noto Sans"/>
                <a:cs typeface="Noto Sans"/>
              </a:defRPr>
            </a:defPPr>
          </a:lstStyle>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상품 이미지와</a:t>
            </a:r>
          </a:p>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가격·규격 비교</a:t>
            </a:r>
          </a:p>
        </p:txBody>
      </p:sp>
      <p:sp>
        <p:nvSpPr>
          <p:cNvPr id="33" name="RoomPick Docs Content">
            <a:extLst>
              <a:ext uri="{FF2B5EF4-FFF2-40B4-BE49-F238E27FC236}">
                <ns2:creationId id="{22157C6B-7892-4ABE-A94B-CD862BDD97C0}"/>
              </a:ext>
            </a:extLst>
          </p:cNvPr>
          <p:cNvSpPr>
            <a:spLocks noGrp="1"/>
          </p:cNvSpPr>
          <p:nvPr/>
        </p:nvSpPr>
        <p:spPr>
          <a:xfrm>
            <a:off x="9382125" y="1447800"/>
            <a:ext cx="1905000" cy="609600"/>
          </a:xfrm>
          <a:prstGeom prst="rect">
            <a:avLst/>
          </a:prstGeom>
          <a:noFill/>
          <a:ln w="0">
            <a:noFill/>
          </a:ln>
        </p:spPr>
        <p:txBody>
          <a:bodyPr lIns="0" tIns="0" rIns="0" bIns="0" anchor="t">
            <a:noAutofit/>
          </a:bodyPr>
          <a:lstStyle>
            <a:defPPr algn="l">
              <a:defRPr sz="3450" b="1">
                <a:solidFill>
                  <a:srgbClr val="808080"/>
                </a:solidFill>
                <a:latin typeface="Noto Sans"/>
                <a:ea typeface="Noto Sans"/>
                <a:cs typeface="Noto Sans"/>
              </a:defRPr>
            </a:defPPr>
          </a:lstStyle>
          <a:p>
            <a:pPr algn="l">
              <a:defRPr sz="3450" b="1">
                <a:solidFill>
                  <a:srgbClr val="808080"/>
                </a:solidFill>
                <a:latin typeface="Noto Sans"/>
                <a:ea typeface="Noto Sans"/>
                <a:cs typeface="Noto Sans"/>
              </a:defRPr>
            </a:pPr>
            <a:r>
              <a:rPr sz="3450" b="1">
                <a:solidFill>
                  <a:srgbClr val="808080"/>
                </a:solidFill>
                <a:latin typeface="Noto Sans"/>
                <a:ea typeface="Noto Sans"/>
                <a:cs typeface="Noto Sans"/>
              </a:rPr>
              <a:t>05</a:t>
            </a:r>
          </a:p>
        </p:txBody>
      </p:sp>
      <p:sp>
        <p:nvSpPr>
          <p:cNvPr id="34" name="RoomPick Docs Content">
            <a:extLst>
              <a:ext uri="{FF2B5EF4-FFF2-40B4-BE49-F238E27FC236}">
                <ns2:creationId id="{93D6F753-28F5-4E50-866B-A867C4D00DC0}"/>
              </a:ext>
            </a:extLst>
          </p:cNvPr>
          <p:cNvSpPr>
            <a:spLocks noGrp="1"/>
          </p:cNvSpPr>
          <p:nvPr/>
        </p:nvSpPr>
        <p:spPr>
          <a:xfrm>
            <a:off x="9382125" y="2276475"/>
            <a:ext cx="1809750" cy="742950"/>
          </a:xfrm>
          <a:prstGeom prst="rect">
            <a:avLst/>
          </a:prstGeom>
          <a:noFill/>
          <a:ln w="0">
            <a:noFill/>
          </a:ln>
        </p:spPr>
        <p:txBody>
          <a:bodyPr lIns="0" tIns="0" rIns="0" bIns="0" anchor="t">
            <a:noAutofit/>
          </a:bodyPr>
          <a:lstStyle>
            <a:defPPr algn="l">
              <a:defRPr sz="1725" b="1">
                <a:solidFill>
                  <a:srgbClr val="262626"/>
                </a:solidFill>
                <a:latin typeface="Noto Sans"/>
                <a:ea typeface="Noto Sans"/>
                <a:cs typeface="Noto Sans"/>
              </a:defRPr>
            </a:defPPr>
          </a:lstStyle>
          <a:p>
            <a:pPr algn="l">
              <a:defRPr sz="1725" b="1">
                <a:solidFill>
                  <a:srgbClr val="262626"/>
                </a:solidFill>
                <a:latin typeface="Noto Sans"/>
                <a:ea typeface="Noto Sans"/>
                <a:cs typeface="Noto Sans"/>
              </a:defRPr>
            </a:pPr>
            <a:r>
              <a:rPr sz="1725" b="1">
                <a:solidFill>
                  <a:srgbClr val="262626"/>
                </a:solidFill>
                <a:latin typeface="Noto Sans"/>
                <a:ea typeface="Noto Sans"/>
                <a:cs typeface="Noto Sans"/>
              </a:rPr>
              <a:t>다나와에서</a:t>
            </a:r>
          </a:p>
          <a:p>
            <a:pPr algn="l">
              <a:defRPr sz="1725" b="1">
                <a:solidFill>
                  <a:srgbClr val="262626"/>
                </a:solidFill>
                <a:latin typeface="Noto Sans"/>
                <a:ea typeface="Noto Sans"/>
                <a:cs typeface="Noto Sans"/>
              </a:defRPr>
            </a:pPr>
            <a:r>
              <a:rPr sz="1725" b="1">
                <a:solidFill>
                  <a:srgbClr val="262626"/>
                </a:solidFill>
                <a:latin typeface="Noto Sans"/>
                <a:ea typeface="Noto Sans"/>
                <a:cs typeface="Noto Sans"/>
              </a:rPr>
              <a:t>상품 확인</a:t>
            </a:r>
          </a:p>
        </p:txBody>
      </p:sp>
      <p:sp>
        <p:nvSpPr>
          <p:cNvPr id="35" name="RoomPick Docs Content">
            <a:extLst>
              <a:ext uri="{FF2B5EF4-FFF2-40B4-BE49-F238E27FC236}">
                <ns2:creationId id="{A2B00208-B992-4C54-9DC7-D60168EE7775}"/>
              </a:ext>
            </a:extLst>
          </p:cNvPr>
          <p:cNvSpPr>
            <a:spLocks noGrp="1"/>
          </p:cNvSpPr>
          <p:nvPr/>
        </p:nvSpPr>
        <p:spPr>
          <a:xfrm>
            <a:off x="9382125" y="3276600"/>
            <a:ext cx="2000250" cy="781050"/>
          </a:xfrm>
          <a:prstGeom prst="rect">
            <a:avLst/>
          </a:prstGeom>
          <a:noFill/>
          <a:ln w="0">
            <a:noFill/>
          </a:ln>
        </p:spPr>
        <p:txBody>
          <a:bodyPr lIns="0" tIns="0" rIns="0" bIns="0" anchor="t">
            <a:noAutofit/>
          </a:bodyPr>
          <a:lstStyle>
            <a:defPPr algn="l">
              <a:defRPr sz="1350" b="0">
                <a:solidFill>
                  <a:srgbClr val="808080"/>
                </a:solidFill>
                <a:latin typeface="Noto Sans"/>
                <a:ea typeface="Noto Sans"/>
                <a:cs typeface="Noto Sans"/>
              </a:defRPr>
            </a:defPPr>
          </a:lstStyle>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검증한 상품 페이지로</a:t>
            </a:r>
          </a:p>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연결</a:t>
            </a:r>
          </a:p>
        </p:txBody>
      </p:sp>
      <p:sp>
        <p:nvSpPr>
          <p:cNvPr id="36" name="RoomPick Docs Content">
            <a:extLst>
              <a:ext uri="{FF2B5EF4-FFF2-40B4-BE49-F238E27FC236}">
                <ns2:creationId id="{2EBD40DC-9E7D-4994-BA3B-502358F332AD}"/>
              </a:ext>
            </a:extLst>
          </p:cNvPr>
          <p:cNvSpPr>
            <a:spLocks noGrp="1"/>
          </p:cNvSpPr>
          <p:nvPr/>
        </p:nvSpPr>
        <p:spPr>
          <a:xfrm>
            <a:off x="809625" y="4676775"/>
            <a:ext cx="4857750" cy="361950"/>
          </a:xfrm>
          <a:prstGeom prst="rect">
            <a:avLst/>
          </a:prstGeom>
          <a:noFill/>
          <a:ln w="0">
            <a:noFill/>
          </a:ln>
        </p:spPr>
        <p:txBody>
          <a:bodyPr lIns="0" tIns="0" rIns="0" bIns="0" anchor="t">
            <a:noAutofit/>
          </a:bodyPr>
          <a:lstStyle>
            <a:defPPr algn="l">
              <a:defRPr sz="1650" b="1">
                <a:solidFill>
                  <a:srgbClr val="429B90"/>
                </a:solidFill>
                <a:latin typeface="Noto Sans"/>
                <a:ea typeface="Noto Sans"/>
                <a:cs typeface="Noto Sans"/>
              </a:defRPr>
            </a:defPPr>
          </a:lstStyle>
          <a:p>
            <a:pPr algn="l">
              <a:defRPr sz="1650" b="1">
                <a:solidFill>
                  <a:srgbClr val="429B90"/>
                </a:solidFill>
                <a:latin typeface="Noto Sans"/>
                <a:ea typeface="Noto Sans"/>
                <a:cs typeface="Noto Sans"/>
              </a:defRPr>
            </a:pPr>
            <a:r>
              <a:rPr sz="1650" b="1">
                <a:solidFill>
                  <a:srgbClr val="429B90"/>
                </a:solidFill>
                <a:latin typeface="Noto Sans"/>
                <a:ea typeface="Noto Sans"/>
                <a:cs typeface="Noto Sans"/>
              </a:rPr>
              <a:t>품목·템플릿이 불명확할 때</a:t>
            </a:r>
          </a:p>
        </p:txBody>
      </p:sp>
      <p:sp>
        <p:nvSpPr>
          <p:cNvPr id="37" name="RoomPick Docs Content">
            <a:extLst>
              <a:ext uri="{FF2B5EF4-FFF2-40B4-BE49-F238E27FC236}">
                <ns2:creationId id="{F18D813B-F96D-4EB8-810B-C25C2671CB20}"/>
              </a:ext>
            </a:extLst>
          </p:cNvPr>
          <p:cNvSpPr>
            <a:spLocks noGrp="1"/>
          </p:cNvSpPr>
          <p:nvPr/>
        </p:nvSpPr>
        <p:spPr>
          <a:xfrm>
            <a:off x="809625" y="5238750"/>
            <a:ext cx="4905375" cy="619125"/>
          </a:xfrm>
          <a:prstGeom prst="rect">
            <a:avLst/>
          </a:prstGeom>
          <a:noFill/>
          <a:ln w="0">
            <a:noFill/>
          </a:ln>
        </p:spPr>
        <p:txBody>
          <a:bodyPr lIns="0" tIns="0" rIns="0" bIns="0" anchor="t">
            <a:noAutofit/>
          </a:bodyPr>
          <a:lstStyle>
            <a:defPPr algn="l">
              <a:defRPr sz="1425" b="0">
                <a:solidFill>
                  <a:srgbClr val="262626"/>
                </a:solidFill>
                <a:latin typeface="Noto Sans"/>
                <a:ea typeface="Noto Sans"/>
                <a:cs typeface="Noto Sans"/>
              </a:defRPr>
            </a:defPPr>
          </a:lstStyle>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후보 선택 또는 조건 수정으로 입력을 보완합니다.</a:t>
            </a:r>
          </a:p>
        </p:txBody>
      </p:sp>
      <p:sp>
        <p:nvSpPr>
          <p:cNvPr id="38" name="RoomPick Docs Content">
            <a:extLst>
              <a:ext uri="{FF2B5EF4-FFF2-40B4-BE49-F238E27FC236}">
                <ns2:creationId id="{15F91413-2ACA-4913-B8B1-E53751593AF6}"/>
              </a:ext>
            </a:extLst>
          </p:cNvPr>
          <p:cNvSpPr>
            <a:spLocks noGrp="1"/>
          </p:cNvSpPr>
          <p:nvPr/>
        </p:nvSpPr>
        <p:spPr>
          <a:xfrm>
            <a:off x="6524625" y="4676775"/>
            <a:ext cx="4857750" cy="361950"/>
          </a:xfrm>
          <a:prstGeom prst="rect">
            <a:avLst/>
          </a:prstGeom>
          <a:noFill/>
          <a:ln w="0">
            <a:noFill/>
          </a:ln>
        </p:spPr>
        <p:txBody>
          <a:bodyPr lIns="0" tIns="0" rIns="0" bIns="0" anchor="t">
            <a:noAutofit/>
          </a:bodyPr>
          <a:lstStyle>
            <a:defPPr algn="l">
              <a:defRPr sz="1650" b="1">
                <a:solidFill>
                  <a:srgbClr val="A977D6"/>
                </a:solidFill>
                <a:latin typeface="Noto Sans"/>
                <a:ea typeface="Noto Sans"/>
                <a:cs typeface="Noto Sans"/>
              </a:defRPr>
            </a:defPPr>
          </a:lstStyle>
          <a:p>
            <a:pPr algn="l">
              <a:defRPr sz="1650" b="1">
                <a:solidFill>
                  <a:srgbClr val="A977D6"/>
                </a:solidFill>
                <a:latin typeface="Noto Sans"/>
                <a:ea typeface="Noto Sans"/>
                <a:cs typeface="Noto Sans"/>
              </a:defRPr>
            </a:pPr>
            <a:r>
              <a:rPr sz="1650" b="1">
                <a:solidFill>
                  <a:srgbClr val="A977D6"/>
                </a:solidFill>
                <a:latin typeface="Noto Sans"/>
                <a:ea typeface="Noto Sans"/>
                <a:cs typeface="Noto Sans"/>
              </a:rPr>
              <a:t>분석·추천을 바꾸고 싶을 때</a:t>
            </a:r>
          </a:p>
        </p:txBody>
      </p:sp>
      <p:sp>
        <p:nvSpPr>
          <p:cNvPr id="39" name="RoomPick Docs Content">
            <a:extLst>
              <a:ext uri="{FF2B5EF4-FFF2-40B4-BE49-F238E27FC236}">
                <ns2:creationId id="{E18C59E2-4465-4631-9582-55C96B3C20A0}"/>
              </a:ext>
            </a:extLst>
          </p:cNvPr>
          <p:cNvSpPr>
            <a:spLocks noGrp="1"/>
          </p:cNvSpPr>
          <p:nvPr/>
        </p:nvSpPr>
        <p:spPr>
          <a:xfrm>
            <a:off x="6524625" y="5238750"/>
            <a:ext cx="4905375" cy="619125"/>
          </a:xfrm>
          <a:prstGeom prst="rect">
            <a:avLst/>
          </a:prstGeom>
          <a:noFill/>
          <a:ln w="0">
            <a:noFill/>
          </a:ln>
        </p:spPr>
        <p:txBody>
          <a:bodyPr lIns="0" tIns="0" rIns="0" bIns="0" anchor="t">
            <a:noAutofit/>
          </a:bodyPr>
          <a:lstStyle>
            <a:defPPr algn="l">
              <a:defRPr sz="1425" b="0">
                <a:solidFill>
                  <a:srgbClr val="262626"/>
                </a:solidFill>
                <a:latin typeface="Noto Sans"/>
                <a:ea typeface="Noto Sans"/>
                <a:cs typeface="Noto Sans"/>
              </a:defRPr>
            </a:defPPr>
          </a:lstStyle>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품목·영역 수정, 재분석, 재추천으로 탐색합니다.</a:t>
            </a:r>
          </a:p>
        </p:txBody>
      </p:sp>
      <p:sp>
        <p:nvSpPr>
          <p:cNvPr id="40" name="RoomPick Docs Content">
            <a:extLst>
              <a:ext uri="{FF2B5EF4-FFF2-40B4-BE49-F238E27FC236}">
                <ns2:creationId id="{4D3F0D1E-0C02-4D78-AA75-724DD484716A}"/>
              </a:ext>
            </a:extLst>
          </p:cNvPr>
          <p:cNvSpPr>
            <a:spLocks noGrp="1"/>
          </p:cNvSpPr>
          <p:nvPr/>
        </p:nvSpPr>
        <p:spPr>
          <a:xfrm>
            <a:off x="809625" y="6305550"/>
            <a:ext cx="10572750" cy="323850"/>
          </a:xfrm>
          <a:prstGeom prst="rect">
            <a:avLst/>
          </a:prstGeom>
          <a:noFill/>
          <a:ln w="0">
            <a:noFill/>
          </a:ln>
        </p:spPr>
        <p:txBody>
          <a:bodyPr lIns="0" tIns="0" rIns="0" bIns="0" anchor="t">
            <a:noAutofit/>
          </a:bodyPr>
          <a:lstStyle>
            <a:defPPr algn="l">
              <a:defRPr sz="1275" b="0">
                <a:solidFill>
                  <a:srgbClr val="808080"/>
                </a:solidFill>
                <a:latin typeface="Noto Sans"/>
                <a:ea typeface="Noto Sans"/>
                <a:cs typeface="Noto Sans"/>
              </a:defRPr>
            </a:defPPr>
          </a:lstStyle>
          <a:p>
            <a:pPr algn="l">
              <a:defRPr sz="1275" b="0">
                <a:solidFill>
                  <a:srgbClr val="808080"/>
                </a:solidFill>
                <a:latin typeface="Noto Sans"/>
                <a:ea typeface="Noto Sans"/>
                <a:cs typeface="Noto Sans"/>
              </a:defRPr>
            </a:pPr>
            <a:r>
              <a:rPr sz="1275" b="0">
                <a:solidFill>
                  <a:srgbClr val="808080"/>
                </a:solidFill>
                <a:latin typeface="Noto Sans"/>
                <a:ea typeface="Noto Sans"/>
                <a:cs typeface="Noto Sans"/>
              </a:rPr>
              <a:t>공간 사진은 필수이며 스케치 또는 텍스트 중 하나 이상의 입력이 필요합니다.</a:t>
            </a:r>
          </a:p>
        </p:txBody>
      </p:sp>
    </p:spTree>
    <p:extLst>
      <p:ext uri="{BB962C8B-B14F-4D97-AF65-F5344CB8AC3E}">
        <ns3:creationId val="1489409786"/>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nvGrpSpPr>
        <p:cNvPr id="62" name=""/>
        <p:cNvGrpSpPr/>
        <p:nvPr/>
      </p:nvGrpSpPr>
      <p:sp>
        <p:nvSpPr>
          <p:cNvPr id="63" name="RoomPick Header Korean">
            <a:extLst>
              <a:ext uri="{FF2B5EF4-FFF2-40B4-BE49-F238E27FC236}">
                <ns2:creationId id="{5F9CB6FA-6F5C-4FA1-A916-30068F29DBCE}"/>
              </a:ext>
            </a:extLst>
          </p:cNvPr>
          <p:cNvSpPr>
            <a:spLocks noGrp="1"/>
          </p:cNvSpPr>
          <p:nvPr/>
        </p:nvSpPr>
        <p:spPr>
          <a:xfrm>
            <a:off x="952500" y="171450"/>
            <a:ext cx="3076575" cy="514350"/>
          </a:xfrm>
          <a:prstGeom prst="rect">
            <a:avLst/>
          </a:prstGeom>
          <a:noFill/>
          <a:ln w="0">
            <a:noFill/>
          </a:ln>
        </p:spPr>
        <p:txBody>
          <a:bodyPr lIns="0" tIns="0" rIns="0" bIns="0" anchor="t">
            <a:noAutofit/>
          </a:bodyPr>
          <a:lstStyle>
            <a:defPPr algn="l">
              <a:defRPr sz="2700" b="1">
                <a:solidFill>
                  <a:srgbClr val="000000"/>
                </a:solidFill>
                <a:latin typeface="Noto Sans"/>
                <a:ea typeface="Noto Sans"/>
                <a:cs typeface="Noto Sans"/>
              </a:defRPr>
            </a:defPPr>
          </a:lstStyle>
          <a:p>
            <a:pPr algn="l">
              <a:defRPr sz="2700" b="1">
                <a:solidFill>
                  <a:srgbClr val="000000"/>
                </a:solidFill>
                <a:latin typeface="Noto Sans"/>
                <a:ea typeface="Noto Sans"/>
                <a:cs typeface="Noto Sans"/>
              </a:defRPr>
            </a:pPr>
            <a:r>
              <a:rPr sz="2700" b="1">
                <a:solidFill>
                  <a:srgbClr val="000000"/>
                </a:solidFill>
                <a:latin typeface="Noto Sans"/>
                <a:ea typeface="Noto Sans"/>
                <a:cs typeface="Noto Sans"/>
              </a:rPr>
              <a:t>프로젝트 구현 범위</a:t>
            </a:r>
          </a:p>
        </p:txBody>
      </p:sp>
      <p:sp>
        <p:nvSpPr>
          <p:cNvPr id="64" name="RoomPick Header English">
            <a:extLst>
              <a:ext uri="{FF2B5EF4-FFF2-40B4-BE49-F238E27FC236}">
                <ns2:creationId id="{9F602872-BAB5-46B2-8EEA-8CCCBA1FCEF0}"/>
              </a:ext>
            </a:extLst>
          </p:cNvPr>
          <p:cNvSpPr>
            <a:spLocks noGrp="1"/>
          </p:cNvSpPr>
          <p:nvPr/>
        </p:nvSpPr>
        <p:spPr>
          <a:xfrm>
            <a:off x="4181475" y="371475"/>
            <a:ext cx="3238500" cy="295275"/>
          </a:xfrm>
          <a:prstGeom prst="rect">
            <a:avLst/>
          </a:prstGeom>
          <a:noFill/>
          <a:ln w="0">
            <a:noFill/>
          </a:ln>
        </p:spPr>
        <p:txBody>
          <a:bodyPr lIns="0" tIns="0" rIns="0" bIns="0" anchor="t">
            <a:noAutofit/>
          </a:bodyPr>
          <a:lstStyle>
            <a:defPPr algn="l">
              <a:defRPr sz="1350" b="0">
                <a:solidFill>
                  <a:srgbClr val="A6A6A6"/>
                </a:solidFill>
                <a:latin typeface="Noto Sans"/>
                <a:ea typeface="Noto Sans"/>
                <a:cs typeface="Noto Sans"/>
              </a:defRPr>
            </a:defPPr>
          </a:lstStyle>
          <a:p>
            <a:pPr algn="l">
              <a:defRPr sz="1350" b="0">
                <a:solidFill>
                  <a:srgbClr val="A6A6A6"/>
                </a:solidFill>
                <a:latin typeface="Noto Sans"/>
                <a:ea typeface="Noto Sans"/>
                <a:cs typeface="Noto Sans"/>
              </a:defRPr>
            </a:pPr>
            <a:r>
              <a:rPr sz="1350" b="0">
                <a:solidFill>
                  <a:srgbClr val="A6A6A6"/>
                </a:solidFill>
                <a:latin typeface="Noto Sans"/>
                <a:ea typeface="Noto Sans"/>
                <a:cs typeface="Noto Sans"/>
              </a:rPr>
              <a:t>Project Scope</a:t>
            </a:r>
          </a:p>
        </p:txBody>
      </p:sp>
      <p:sp>
        <p:nvSpPr>
          <p:cNvPr id="65" name="RoomPick Docs Content">
            <a:extLst>
              <a:ext uri="{FF2B5EF4-FFF2-40B4-BE49-F238E27FC236}">
                <ns2:creationId id="{0E5AF6FB-AEEF-4602-A2D5-F5A71891AC54}"/>
              </a:ext>
            </a:extLst>
          </p:cNvPr>
          <p:cNvSpPr>
            <a:spLocks noGrp="1"/>
          </p:cNvSpPr>
          <p:nvPr/>
        </p:nvSpPr>
        <p:spPr>
          <a:xfrm>
            <a:off x="809625" y="1266825"/>
            <a:ext cx="10572750" cy="428625"/>
          </a:xfrm>
          <a:prstGeom prst="rect">
            <a:avLst/>
          </a:prstGeom>
          <a:noFill/>
          <a:ln w="0">
            <a:noFill/>
          </a:ln>
        </p:spPr>
        <p:txBody>
          <a:bodyPr lIns="0" tIns="0" rIns="0" bIns="0" anchor="t">
            <a:noAutofit/>
          </a:bodyPr>
          <a:lstStyle>
            <a:defPPr algn="l">
              <a:defRPr sz="1875" b="0">
                <a:solidFill>
                  <a:srgbClr val="262626"/>
                </a:solidFill>
                <a:latin typeface="Noto Sans"/>
                <a:ea typeface="Noto Sans"/>
                <a:cs typeface="Noto Sans"/>
              </a:defRPr>
            </a:defPPr>
          </a:lstStyle>
          <a:p>
            <a:pPr algn="l">
              <a:defRPr sz="1875" b="0">
                <a:solidFill>
                  <a:srgbClr val="262626"/>
                </a:solidFill>
                <a:latin typeface="Noto Sans"/>
                <a:ea typeface="Noto Sans"/>
                <a:cs typeface="Noto Sans"/>
              </a:defRPr>
            </a:pPr>
            <a:r>
              <a:rPr sz="1875" b="0">
                <a:solidFill>
                  <a:srgbClr val="262626"/>
                </a:solidFill>
                <a:latin typeface="Noto Sans"/>
                <a:ea typeface="Noto Sans"/>
                <a:cs typeface="Noto Sans"/>
              </a:rPr>
              <a:t>공간 구성부터 실제 상품 탐색과 운영까지</a:t>
            </a:r>
          </a:p>
        </p:txBody>
      </p:sp>
      <p:graphicFrame>
        <p:nvGraphicFramePr>
          <p:cNvPr id="66" name="">
            <a:extLst>
              <a:ext uri="{FF2B5EF4-FFF2-40B4-BE49-F238E27FC236}">
                <ns2:creationId id="{A72351ED-6F35-4C94-B8DB-833289CE25EB}"/>
              </a:ext>
            </a:extLst>
          </p:cNvPr>
          <p:cNvGraphicFramePr/>
          <p:nvPr/>
        </p:nvGraphicFramePr>
        <p:xfrm>
          <a:off x="809625" y="2019300"/>
          <a:ext cx="10572750" cy="3495675"/>
        </p:xfrm>
        <a:graphic>
          <a:graphicData uri="http://schemas.openxmlformats.org/drawingml/2006/table">
            <a:tbl>
              <a:tblPr/>
              <a:tblGrid>
                <a:gridCol w="1571625"/>
                <a:gridCol w="4953000"/>
                <a:gridCol w="4048125"/>
              </a:tblGrid>
              <a:tr h="582613">
                <a:tc>
                  <a:txBody>
                    <a:bodyPr>
                      <a:noAutofit/>
                    </a:bodyPr>
                    <a:lstStyle/>
                    <a:p>
                      <a:pPr algn="l"/>
                      <a:r>
                        <a:rPr sz="1350" b="1">
                          <a:solidFill>
                            <a:srgbClr val="FFFFFF"/>
                          </a:solidFill>
                          <a:latin typeface="Noto Sans"/>
                          <a:ea typeface="Noto Sans"/>
                          <a:cs typeface="Noto Sans"/>
                        </a:rPr>
                        <a:t>영역</a:t>
                      </a:r>
                    </a:p>
                  </a:txBody>
                  <a:tcPr marL="114300" marR="114300" marT="76200" marB="76200" anchor="ctr">
                    <a:lnL w="4763">
                      <a:solidFill>
                        <a:srgbClr val="E6E6E6"/>
                      </a:solidFill>
                      <a:prstDash val="solid"/>
                    </a:lnL>
                    <a:lnR w="4763">
                      <a:solidFill>
                        <a:srgbClr val="E6E6E6"/>
                      </a:solidFill>
                      <a:prstDash val="solid"/>
                    </a:lnR>
                    <a:lnT w="4763">
                      <a:solidFill>
                        <a:srgbClr val="E6E6E6"/>
                      </a:solidFill>
                      <a:prstDash val="solid"/>
                    </a:lnT>
                    <a:lnB w="4763">
                      <a:solidFill>
                        <a:srgbClr val="E6E6E6"/>
                      </a:solidFill>
                      <a:prstDash val="solid"/>
                    </a:lnB>
                    <a:solidFill>
                      <a:srgbClr val="262626"/>
                    </a:solidFill>
                  </a:tcPr>
                </a:tc>
                <a:tc>
                  <a:txBody>
                    <a:bodyPr>
                      <a:noAutofit/>
                    </a:bodyPr>
                    <a:lstStyle/>
                    <a:p>
                      <a:pPr algn="l"/>
                      <a:r>
                        <a:rPr sz="1350" b="1">
                          <a:solidFill>
                            <a:srgbClr val="FFFFFF"/>
                          </a:solidFill>
                          <a:latin typeface="Noto Sans"/>
                          <a:ea typeface="Noto Sans"/>
                          <a:cs typeface="Noto Sans"/>
                        </a:rPr>
                        <a:t>프로젝트에 포함하는 기능</a:t>
                      </a:r>
                    </a:p>
                  </a:txBody>
                  <a:tcPr marL="114300" marR="114300" marT="76200" marB="76200" anchor="ctr">
                    <a:lnR w="4763">
                      <a:solidFill>
                        <a:srgbClr val="E6E6E6"/>
                      </a:solidFill>
                      <a:prstDash val="solid"/>
                    </a:lnR>
                    <a:lnT w="4763">
                      <a:solidFill>
                        <a:srgbClr val="E6E6E6"/>
                      </a:solidFill>
                      <a:prstDash val="solid"/>
                    </a:lnT>
                    <a:lnB w="4763">
                      <a:solidFill>
                        <a:srgbClr val="E6E6E6"/>
                      </a:solidFill>
                      <a:prstDash val="solid"/>
                    </a:lnB>
                    <a:solidFill>
                      <a:srgbClr val="262626"/>
                    </a:solidFill>
                  </a:tcPr>
                </a:tc>
                <a:tc>
                  <a:txBody>
                    <a:bodyPr>
                      <a:noAutofit/>
                    </a:bodyPr>
                    <a:lstStyle/>
                    <a:p>
                      <a:pPr algn="l"/>
                      <a:r>
                        <a:rPr sz="1350" b="1">
                          <a:solidFill>
                            <a:srgbClr val="FFFFFF"/>
                          </a:solidFill>
                          <a:latin typeface="Noto Sans"/>
                          <a:ea typeface="Noto Sans"/>
                          <a:cs typeface="Noto Sans"/>
                        </a:rPr>
                        <a:t>완료 확인</a:t>
                      </a:r>
                    </a:p>
                  </a:txBody>
                  <a:tcPr marL="114300" marR="114300" marT="76200" marB="76200" anchor="ctr">
                    <a:lnR w="4763">
                      <a:solidFill>
                        <a:srgbClr val="E6E6E6"/>
                      </a:solidFill>
                      <a:prstDash val="solid"/>
                    </a:lnR>
                    <a:lnT w="4763">
                      <a:solidFill>
                        <a:srgbClr val="E6E6E6"/>
                      </a:solidFill>
                      <a:prstDash val="solid"/>
                    </a:lnT>
                    <a:lnB w="4763">
                      <a:solidFill>
                        <a:srgbClr val="E6E6E6"/>
                      </a:solidFill>
                      <a:prstDash val="solid"/>
                    </a:lnB>
                    <a:solidFill>
                      <a:srgbClr val="262626"/>
                    </a:solidFill>
                  </a:tcPr>
                </a:tc>
              </a:tr>
              <a:tr h="582613">
                <a:tc>
                  <a:txBody>
                    <a:bodyPr>
                      <a:noAutofit/>
                    </a:bodyPr>
                    <a:lstStyle/>
                    <a:p>
                      <a:pPr algn="l"/>
                      <a:r>
                        <a:rPr sz="1350" b="0">
                          <a:solidFill>
                            <a:srgbClr val="404040"/>
                          </a:solidFill>
                          <a:latin typeface="Noto Sans"/>
                          <a:ea typeface="Noto Sans"/>
                          <a:cs typeface="Noto Sans"/>
                        </a:rPr>
                        <a:t>입력</a:t>
                      </a:r>
                    </a:p>
                  </a:txBody>
                  <a:tcPr marL="114300" marR="114300" marT="76200" marB="76200" anchor="ctr">
                    <a:lnL w="4763">
                      <a:solidFill>
                        <a:srgbClr val="E6E6E6"/>
                      </a:solidFill>
                      <a:prstDash val="solid"/>
                    </a:lnL>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사진 업로드, 스케치·텍스트 입력과 수정</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입력 버전과 위치 복원</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r>
              <a:tr h="582613">
                <a:tc>
                  <a:txBody>
                    <a:bodyPr>
                      <a:noAutofit/>
                    </a:bodyPr>
                    <a:lstStyle/>
                    <a:p>
                      <a:pPr algn="l"/>
                      <a:r>
                        <a:rPr sz="1350" b="0">
                          <a:solidFill>
                            <a:srgbClr val="404040"/>
                          </a:solidFill>
                          <a:latin typeface="Noto Sans"/>
                          <a:ea typeface="Noto Sans"/>
                          <a:cs typeface="Noto Sans"/>
                        </a:rPr>
                        <a:t>공간 구성</a:t>
                      </a:r>
                    </a:p>
                  </a:txBody>
                  <a:tcPr marL="114300" marR="114300" marT="76200" marB="76200" anchor="ctr">
                    <a:lnL w="4763">
                      <a:solidFill>
                        <a:srgbClr val="E6E6E6"/>
                      </a:solidFill>
                      <a:prstDash val="solid"/>
                    </a:lnL>
                    <a:lnR w="4763">
                      <a:solidFill>
                        <a:srgbClr val="E6E6E6"/>
                      </a:solidFill>
                      <a:prstDash val="solid"/>
                    </a:lnR>
                    <a:lnB w="4763">
                      <a:solidFill>
                        <a:srgbClr val="E6E6E6"/>
                      </a:solidFill>
                      <a:prstDash val="solid"/>
                    </a:lnB>
                    <a:solidFill>
                      <a:srgbClr val="F3F3F3"/>
                    </a:solidFill>
                  </a:tcPr>
                </a:tc>
                <a:tc>
                  <a:txBody>
                    <a:bodyPr>
                      <a:noAutofit/>
                    </a:bodyPr>
                    <a:lstStyle/>
                    <a:p>
                      <a:pPr algn="l"/>
                      <a:r>
                        <a:rPr sz="1350" b="0">
                          <a:solidFill>
                            <a:srgbClr val="404040"/>
                          </a:solidFill>
                          <a:latin typeface="Noto Sans"/>
                          <a:ea typeface="Noto Sans"/>
                          <a:cs typeface="Noto Sans"/>
                        </a:rPr>
                        <a:t>입력 해석, 템플릿 기반 생성, 물체 분석</a:t>
                      </a:r>
                    </a:p>
                  </a:txBody>
                  <a:tcPr marL="114300" marR="114300" marT="76200" marB="76200" anchor="ctr">
                    <a:lnR w="4763">
                      <a:solidFill>
                        <a:srgbClr val="E6E6E6"/>
                      </a:solidFill>
                      <a:prstDash val="solid"/>
                    </a:lnR>
                    <a:lnB w="4763">
                      <a:solidFill>
                        <a:srgbClr val="E6E6E6"/>
                      </a:solidFill>
                      <a:prstDash val="solid"/>
                    </a:lnB>
                    <a:solidFill>
                      <a:srgbClr val="F3F3F3"/>
                    </a:solidFill>
                  </a:tcPr>
                </a:tc>
                <a:tc>
                  <a:txBody>
                    <a:bodyPr>
                      <a:noAutofit/>
                    </a:bodyPr>
                    <a:lstStyle/>
                    <a:p>
                      <a:pPr algn="l"/>
                      <a:r>
                        <a:rPr sz="1350" b="0">
                          <a:solidFill>
                            <a:srgbClr val="404040"/>
                          </a:solidFill>
                          <a:latin typeface="Noto Sans"/>
                          <a:ea typeface="Noto Sans"/>
                          <a:cs typeface="Noto Sans"/>
                        </a:rPr>
                        <a:t>입력 의도와 사용 템플릿 연결</a:t>
                      </a:r>
                    </a:p>
                  </a:txBody>
                  <a:tcPr marL="114300" marR="114300" marT="76200" marB="76200" anchor="ctr">
                    <a:lnR w="4763">
                      <a:solidFill>
                        <a:srgbClr val="E6E6E6"/>
                      </a:solidFill>
                      <a:prstDash val="solid"/>
                    </a:lnR>
                    <a:lnB w="4763">
                      <a:solidFill>
                        <a:srgbClr val="E6E6E6"/>
                      </a:solidFill>
                      <a:prstDash val="solid"/>
                    </a:lnB>
                    <a:solidFill>
                      <a:srgbClr val="F3F3F3"/>
                    </a:solidFill>
                  </a:tcPr>
                </a:tc>
              </a:tr>
              <a:tr h="582613">
                <a:tc>
                  <a:txBody>
                    <a:bodyPr>
                      <a:noAutofit/>
                    </a:bodyPr>
                    <a:lstStyle/>
                    <a:p>
                      <a:pPr algn="l"/>
                      <a:r>
                        <a:rPr sz="1350" b="0">
                          <a:solidFill>
                            <a:srgbClr val="404040"/>
                          </a:solidFill>
                          <a:latin typeface="Noto Sans"/>
                          <a:ea typeface="Noto Sans"/>
                          <a:cs typeface="Noto Sans"/>
                        </a:rPr>
                        <a:t>상품 탐색</a:t>
                      </a:r>
                    </a:p>
                  </a:txBody>
                  <a:tcPr marL="114300" marR="114300" marT="76200" marB="76200" anchor="ctr">
                    <a:lnL w="4763">
                      <a:solidFill>
                        <a:srgbClr val="E6E6E6"/>
                      </a:solidFill>
                      <a:prstDash val="solid"/>
                    </a:lnL>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유사 상품 비교, 선택·거절, 다나와 연결</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품목·이미지·상품·URL 대응</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r>
              <a:tr h="582613">
                <a:tc>
                  <a:txBody>
                    <a:bodyPr>
                      <a:noAutofit/>
                    </a:bodyPr>
                    <a:lstStyle/>
                    <a:p>
                      <a:pPr algn="l"/>
                      <a:r>
                        <a:rPr sz="1350" b="0">
                          <a:solidFill>
                            <a:srgbClr val="404040"/>
                          </a:solidFill>
                          <a:latin typeface="Noto Sans"/>
                          <a:ea typeface="Noto Sans"/>
                          <a:cs typeface="Noto Sans"/>
                        </a:rPr>
                        <a:t>데이터</a:t>
                      </a:r>
                    </a:p>
                  </a:txBody>
                  <a:tcPr marL="114300" marR="114300" marT="76200" marB="76200" anchor="ctr">
                    <a:lnL w="4763">
                      <a:solidFill>
                        <a:srgbClr val="E6E6E6"/>
                      </a:solidFill>
                      <a:prstDash val="solid"/>
                    </a:lnL>
                    <a:lnR w="4763">
                      <a:solidFill>
                        <a:srgbClr val="E6E6E6"/>
                      </a:solidFill>
                      <a:prstDash val="solid"/>
                    </a:lnR>
                    <a:lnB w="4763">
                      <a:solidFill>
                        <a:srgbClr val="E6E6E6"/>
                      </a:solidFill>
                      <a:prstDash val="solid"/>
                    </a:lnB>
                    <a:solidFill>
                      <a:srgbClr val="F3F3F3"/>
                    </a:solidFill>
                  </a:tcPr>
                </a:tc>
                <a:tc>
                  <a:txBody>
                    <a:bodyPr>
                      <a:noAutofit/>
                    </a:bodyPr>
                    <a:lstStyle/>
                    <a:p>
                      <a:pPr algn="l"/>
                      <a:r>
                        <a:rPr sz="1350" b="0">
                          <a:solidFill>
                            <a:srgbClr val="404040"/>
                          </a:solidFill>
                          <a:latin typeface="Noto Sans"/>
                          <a:ea typeface="Noto Sans"/>
                          <a:cs typeface="Noto Sans"/>
                        </a:rPr>
                        <a:t>원천 보존, Silver 정제, Gold 반응 집계</a:t>
                      </a:r>
                    </a:p>
                  </a:txBody>
                  <a:tcPr marL="114300" marR="114300" marT="76200" marB="76200" anchor="ctr">
                    <a:lnR w="4763">
                      <a:solidFill>
                        <a:srgbClr val="E6E6E6"/>
                      </a:solidFill>
                      <a:prstDash val="solid"/>
                    </a:lnR>
                    <a:lnB w="4763">
                      <a:solidFill>
                        <a:srgbClr val="E6E6E6"/>
                      </a:solidFill>
                      <a:prstDash val="solid"/>
                    </a:lnB>
                    <a:solidFill>
                      <a:srgbClr val="F3F3F3"/>
                    </a:solidFill>
                  </a:tcPr>
                </a:tc>
                <a:tc>
                  <a:txBody>
                    <a:bodyPr>
                      <a:noAutofit/>
                    </a:bodyPr>
                    <a:lstStyle/>
                    <a:p>
                      <a:pPr algn="l"/>
                      <a:r>
                        <a:rPr sz="1350" b="0">
                          <a:solidFill>
                            <a:srgbClr val="404040"/>
                          </a:solidFill>
                          <a:latin typeface="Noto Sans"/>
                          <a:ea typeface="Noto Sans"/>
                          <a:cs typeface="Noto Sans"/>
                        </a:rPr>
                        <a:t>실패 원천 유지와 중복 집계 방지</a:t>
                      </a:r>
                    </a:p>
                  </a:txBody>
                  <a:tcPr marL="114300" marR="114300" marT="76200" marB="76200" anchor="ctr">
                    <a:lnR w="4763">
                      <a:solidFill>
                        <a:srgbClr val="E6E6E6"/>
                      </a:solidFill>
                      <a:prstDash val="solid"/>
                    </a:lnR>
                    <a:lnB w="4763">
                      <a:solidFill>
                        <a:srgbClr val="E6E6E6"/>
                      </a:solidFill>
                      <a:prstDash val="solid"/>
                    </a:lnB>
                    <a:solidFill>
                      <a:srgbClr val="F3F3F3"/>
                    </a:solidFill>
                  </a:tcPr>
                </a:tc>
              </a:tr>
              <a:tr h="582613">
                <a:tc>
                  <a:txBody>
                    <a:bodyPr>
                      <a:noAutofit/>
                    </a:bodyPr>
                    <a:lstStyle/>
                    <a:p>
                      <a:pPr algn="l"/>
                      <a:r>
                        <a:rPr sz="1350" b="0">
                          <a:solidFill>
                            <a:srgbClr val="404040"/>
                          </a:solidFill>
                          <a:latin typeface="Noto Sans"/>
                          <a:ea typeface="Noto Sans"/>
                          <a:cs typeface="Noto Sans"/>
                        </a:rPr>
                        <a:t>운영</a:t>
                      </a:r>
                    </a:p>
                  </a:txBody>
                  <a:tcPr marL="114300" marR="114300" marT="76200" marB="76200" anchor="ctr">
                    <a:lnL w="4763">
                      <a:solidFill>
                        <a:srgbClr val="E6E6E6"/>
                      </a:solidFill>
                      <a:prstDash val="solid"/>
                    </a:lnL>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작업 조회, 단계별 재처리, 로그 보관</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완료 결과 유지와 실패 단계 복구</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r>
            </a:tbl>
          </a:graphicData>
        </a:graphic>
      </p:graphicFrame>
      <p:sp>
        <p:nvSpPr>
          <p:cNvPr id="67" name="RoomPick Docs Content">
            <a:extLst>
              <a:ext uri="{FF2B5EF4-FFF2-40B4-BE49-F238E27FC236}">
                <ns2:creationId id="{700A5DAA-BEF4-404C-A42F-997F216700A3}"/>
              </a:ext>
            </a:extLst>
          </p:cNvPr>
          <p:cNvSpPr>
            <a:spLocks noGrp="1"/>
          </p:cNvSpPr>
          <p:nvPr/>
        </p:nvSpPr>
        <p:spPr>
          <a:xfrm>
            <a:off x="809625" y="5810250"/>
            <a:ext cx="10572750" cy="333375"/>
          </a:xfrm>
          <a:prstGeom prst="rect">
            <a:avLst/>
          </a:prstGeom>
          <a:noFill/>
          <a:ln w="0">
            <a:noFill/>
          </a:ln>
        </p:spPr>
        <p:txBody>
          <a:bodyPr lIns="0" tIns="0" rIns="0" bIns="0" anchor="t">
            <a:noAutofit/>
          </a:bodyPr>
          <a:lstStyle>
            <a:defPPr algn="l">
              <a:defRPr sz="1350" b="0">
                <a:solidFill>
                  <a:srgbClr val="808080"/>
                </a:solidFill>
                <a:latin typeface="Noto Sans"/>
                <a:ea typeface="Noto Sans"/>
                <a:cs typeface="Noto Sans"/>
              </a:defRPr>
            </a:defPPr>
          </a:lstStyle>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범위 밖  내부 주문·결제·배송, 유료 광고 과금, 대화형 에이전트</a:t>
            </a:r>
          </a:p>
        </p:txBody>
      </p:sp>
      <p:sp>
        <p:nvSpPr>
          <p:cNvPr id="68" name="RoomPick Docs Content">
            <a:extLst>
              <a:ext uri="{FF2B5EF4-FFF2-40B4-BE49-F238E27FC236}">
                <ns2:creationId id="{54976B1D-B046-4964-84DC-5342DCB36689}"/>
              </a:ext>
            </a:extLst>
          </p:cNvPr>
          <p:cNvSpPr>
            <a:spLocks noGrp="1"/>
          </p:cNvSpPr>
          <p:nvPr/>
        </p:nvSpPr>
        <p:spPr>
          <a:xfrm>
            <a:off x="809625" y="6296025"/>
            <a:ext cx="10572750" cy="285750"/>
          </a:xfrm>
          <a:prstGeom prst="rect">
            <a:avLst/>
          </a:prstGeom>
          <a:noFill/>
          <a:ln w="0">
            <a:noFill/>
          </a:ln>
        </p:spPr>
        <p:txBody>
          <a:bodyPr lIns="0" tIns="0" rIns="0" bIns="0" anchor="t">
            <a:noAutofit/>
          </a:bodyPr>
          <a:lstStyle>
            <a:defPPr algn="l">
              <a:defRPr sz="1200" b="0">
                <a:solidFill>
                  <a:srgbClr val="429B90"/>
                </a:solidFill>
                <a:latin typeface="Noto Sans"/>
                <a:ea typeface="Noto Sans"/>
                <a:cs typeface="Noto Sans"/>
              </a:defRPr>
            </a:defPPr>
          </a:lstStyle>
          <a:p>
            <a:pPr algn="l">
              <a:defRPr sz="1200" b="0">
                <a:solidFill>
                  <a:srgbClr val="429B90"/>
                </a:solidFill>
                <a:latin typeface="Noto Sans"/>
                <a:ea typeface="Noto Sans"/>
                <a:cs typeface="Noto Sans"/>
              </a:defRPr>
            </a:pPr>
            <a:r>
              <a:rPr sz="1200" b="0">
                <a:solidFill>
                  <a:srgbClr val="429B90"/>
                </a:solidFill>
                <a:latin typeface="Noto Sans"/>
                <a:ea typeface="Noto Sans"/>
                <a:cs typeface="Noto Sans"/>
              </a:rPr>
              <a:t>요구사항과 인수 기준을 요약한 범위이며 구현 완료 상태를 뜻하지 않습니다.</a:t>
            </a:r>
          </a:p>
        </p:txBody>
      </p:sp>
    </p:spTree>
    <p:extLst>
      <p:ext uri="{BB962C8B-B14F-4D97-AF65-F5344CB8AC3E}">
        <ns3:creationId val="441801638"/>
      </p:ext>
    </p:extLst>
  </p:cSld>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sp>
        <p:nvSpPr>
          <p:cNvPr id="8" name="">
            <a:extLst>
              <a:ext uri="{FF2B5EF4-FFF2-40B4-BE49-F238E27FC236}">
                <ns2:creationId id="{2159C0A2-47DE-4C7D-94BE-4ED1ED6063FA}"/>
              </a:ext>
            </a:extLst>
          </p:cNvPr>
          <p:cNvSpPr>
            <a:spLocks noGrp="1"/>
          </p:cNvSpPr>
          <p:nvPr/>
        </p:nvSpPr>
        <p:spPr>
          <a:xfrm>
            <a:off x="809625" y="1952625"/>
            <a:ext cx="4191000" cy="590550"/>
          </a:xfrm>
          <a:prstGeom prst="rect">
            <a:avLst/>
          </a:prstGeom>
          <a:noFill/>
          <a:ln w="0">
            <a:noFill/>
          </a:ln>
        </p:spPr>
        <p:txBody>
          <a:bodyPr lIns="0" tIns="0" rIns="0" bIns="0" anchor="t">
            <a:noAutofit/>
          </a:bodyPr>
          <a:lstStyle>
            <a:defPPr algn="l">
              <a:defRPr sz="2250" b="1">
                <a:solidFill>
                  <a:srgbClr val="262626"/>
                </a:solidFill>
                <a:latin typeface="Noto Sans"/>
                <a:ea typeface="Noto Sans"/>
                <a:cs typeface="Noto Sans"/>
              </a:defRPr>
            </a:defPPr>
          </a:lstStyle>
          <a:p>
            <a:pPr algn="l">
              <a:defRPr sz="2250" b="1">
                <a:solidFill>
                  <a:srgbClr val="262626"/>
                </a:solidFill>
                <a:latin typeface="Noto Sans"/>
                <a:ea typeface="Noto Sans"/>
                <a:cs typeface="Noto Sans"/>
              </a:defRPr>
            </a:pPr>
            <a:r>
              <a:rPr sz="2250" b="1">
                <a:solidFill>
                  <a:srgbClr val="262626"/>
                </a:solidFill>
                <a:latin typeface="Noto Sans"/>
                <a:ea typeface="Noto Sans"/>
                <a:cs typeface="Noto Sans"/>
              </a:rPr>
              <a:t>발표자 이름</a:t>
            </a:r>
          </a:p>
        </p:txBody>
      </p:sp>
      <p:sp>
        <p:nvSpPr>
          <p:cNvPr id="9" name="">
            <a:extLst>
              <a:ext uri="{FF2B5EF4-FFF2-40B4-BE49-F238E27FC236}">
                <ns2:creationId id="{AB986493-4BD0-40B9-9C0F-E5B5BE45C464}"/>
              </a:ext>
            </a:extLst>
          </p:cNvPr>
          <p:cNvSpPr>
            <a:spLocks noGrp="1"/>
          </p:cNvSpPr>
          <p:nvPr/>
        </p:nvSpPr>
        <p:spPr>
          <a:xfrm>
            <a:off x="809625" y="2695575"/>
            <a:ext cx="4762500" cy="428625"/>
          </a:xfrm>
          <a:prstGeom prst="rect">
            <a:avLst/>
          </a:prstGeom>
          <a:noFill/>
          <a:ln w="0">
            <a:noFill/>
          </a:ln>
        </p:spPr>
        <p:txBody>
          <a:bodyPr lIns="0" tIns="0" rIns="0" bIns="0" anchor="t">
            <a:noAutofit/>
          </a:bodyPr>
          <a:lstStyle>
            <a:defPPr algn="l">
              <a:defRPr sz="1725" b="0">
                <a:solidFill>
                  <a:srgbClr val="78BFFF"/>
                </a:solidFill>
                <a:latin typeface="Noto Sans"/>
                <a:ea typeface="Noto Sans"/>
                <a:cs typeface="Noto Sans"/>
              </a:defRPr>
            </a:defPPr>
          </a:lstStyle>
          <a:p>
            <a:pPr algn="l">
              <a:defRPr sz="1725" b="0">
                <a:solidFill>
                  <a:srgbClr val="78BFFF"/>
                </a:solidFill>
                <a:latin typeface="Noto Sans"/>
                <a:ea typeface="Noto Sans"/>
                <a:cs typeface="Noto Sans"/>
              </a:defRPr>
            </a:pPr>
            <a:r>
              <a:rPr sz="1725" b="0">
                <a:solidFill>
                  <a:srgbClr val="78BFFF"/>
                </a:solidFill>
                <a:latin typeface="Noto Sans"/>
                <a:ea typeface="Noto Sans"/>
                <a:cs typeface="Noto Sans"/>
              </a:rPr>
              <a:t>담당 영역 입력</a:t>
            </a:r>
          </a:p>
        </p:txBody>
      </p:sp>
      <p:sp>
        <p:nvSpPr>
          <p:cNvPr id="10" name="">
            <a:extLst>
              <a:ext uri="{FF2B5EF4-FFF2-40B4-BE49-F238E27FC236}">
                <ns2:creationId id="{923A26BE-680F-4571-A9DC-E71E9431DF5B}"/>
              </a:ext>
            </a:extLst>
          </p:cNvPr>
          <p:cNvSpPr>
            <a:spLocks noGrp="1"/>
          </p:cNvSpPr>
          <p:nvPr/>
        </p:nvSpPr>
        <p:spPr>
          <a:xfrm>
            <a:off x="809625" y="3562350"/>
            <a:ext cx="4429125" cy="1143000"/>
          </a:xfrm>
          <a:prstGeom prst="rect">
            <a:avLst/>
          </a:prstGeom>
          <a:noFill/>
          <a:ln w="0">
            <a:noFill/>
          </a:ln>
        </p:spPr>
        <p:txBody>
          <a:bodyPr lIns="0" tIns="0" rIns="0" bIns="0" anchor="t">
            <a:noAutofit/>
          </a:bodyPr>
          <a:lstStyle>
            <a:defPPr algn="l">
              <a:defRPr sz="1425" b="0">
                <a:solidFill>
                  <a:srgbClr val="262626"/>
                </a:solidFill>
                <a:latin typeface="Noto Sans"/>
                <a:ea typeface="Noto Sans"/>
                <a:cs typeface="Noto Sans"/>
              </a:defRPr>
            </a:defPPr>
          </a:lstStyle>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이 영역에서 해결하려는 문제와</a:t>
            </a:r>
          </a:p>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목표를 입력합니다.</a:t>
            </a:r>
          </a:p>
        </p:txBody>
      </p:sp>
      <p:sp>
        <p:nvSpPr>
          <p:cNvPr id="11" name="">
            <a:extLst>
              <a:ext uri="{FF2B5EF4-FFF2-40B4-BE49-F238E27FC236}">
                <ns2:creationId id="{9502FB1D-6DF2-49BB-AC4B-C506CACD9F7E}"/>
              </a:ext>
            </a:extLst>
          </p:cNvPr>
          <p:cNvSpPr>
            <a:spLocks noGrp="1"/>
          </p:cNvSpPr>
          <p:nvPr/>
        </p:nvSpPr>
        <p:spPr>
          <a:xfrm>
            <a:off x="6667500" y="1952625"/>
            <a:ext cx="4143375" cy="333375"/>
          </a:xfrm>
          <a:prstGeom prst="rect">
            <a:avLst/>
          </a:prstGeom>
          <a:noFill/>
          <a:ln w="0">
            <a:noFill/>
          </a:ln>
        </p:spPr>
        <p:txBody>
          <a:bodyPr lIns="0" tIns="0" rIns="0" bIns="0" anchor="t">
            <a:noAutofit/>
          </a:bodyPr>
          <a:lstStyle>
            <a:defPPr algn="l">
              <a:defRPr sz="1650" b="1">
                <a:solidFill>
                  <a:srgbClr val="262626"/>
                </a:solidFill>
                <a:latin typeface="Noto Sans"/>
                <a:ea typeface="Noto Sans"/>
                <a:cs typeface="Noto Sans"/>
              </a:defRPr>
            </a:defPPr>
          </a:lstStyle>
          <a:p>
            <a:pPr algn="l">
              <a:defRPr sz="1650" b="1">
                <a:solidFill>
                  <a:srgbClr val="262626"/>
                </a:solidFill>
                <a:latin typeface="Noto Sans"/>
                <a:ea typeface="Noto Sans"/>
                <a:cs typeface="Noto Sans"/>
              </a:defRPr>
            </a:pPr>
            <a:r>
              <a:rPr sz="1650" b="1">
                <a:solidFill>
                  <a:srgbClr val="262626"/>
                </a:solidFill>
                <a:latin typeface="Noto Sans"/>
                <a:ea typeface="Noto Sans"/>
                <a:cs typeface="Noto Sans"/>
              </a:rPr>
              <a:t>작업 범위</a:t>
            </a:r>
          </a:p>
        </p:txBody>
      </p:sp>
      <p:sp>
        <p:nvSpPr>
          <p:cNvPr id="12" name="">
            <a:extLst>
              <a:ext uri="{FF2B5EF4-FFF2-40B4-BE49-F238E27FC236}">
                <ns2:creationId id="{E217EFF4-3C44-4932-9BDB-4502E605A3B2}"/>
              </a:ext>
            </a:extLst>
          </p:cNvPr>
          <p:cNvSpPr>
            <a:spLocks noGrp="1"/>
          </p:cNvSpPr>
          <p:nvPr/>
        </p:nvSpPr>
        <p:spPr>
          <a:xfrm>
            <a:off x="6667500" y="2495550"/>
            <a:ext cx="4286250" cy="742950"/>
          </a:xfrm>
          <a:prstGeom prst="rect">
            <a:avLst/>
          </a:prstGeom>
          <a:noFill/>
          <a:ln w="0">
            <a:noFill/>
          </a:ln>
        </p:spPr>
        <p:txBody>
          <a:bodyPr lIns="0" tIns="0" rIns="0" bIns="0" anchor="t">
            <a:noAutofit/>
          </a:bodyPr>
          <a:lstStyle>
            <a:defPPr algn="l">
              <a:defRPr sz="1425" b="0">
                <a:solidFill>
                  <a:srgbClr val="262626"/>
                </a:solidFill>
                <a:latin typeface="Noto Sans"/>
                <a:ea typeface="Noto Sans"/>
                <a:cs typeface="Noto Sans"/>
              </a:defRPr>
            </a:defPPr>
          </a:lstStyle>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직접 진행한 작업과 산출물 입력</a:t>
            </a:r>
          </a:p>
        </p:txBody>
      </p:sp>
      <p:sp>
        <p:nvSpPr>
          <p:cNvPr id="13" name="">
            <a:extLst>
              <a:ext uri="{FF2B5EF4-FFF2-40B4-BE49-F238E27FC236}">
                <ns2:creationId id="{E81B1254-AEE6-42D5-87F5-FE07CBD7EBA5}"/>
              </a:ext>
            </a:extLst>
          </p:cNvPr>
          <p:cNvSpPr>
            <a:spLocks noGrp="1"/>
          </p:cNvSpPr>
          <p:nvPr/>
        </p:nvSpPr>
        <p:spPr>
          <a:xfrm>
            <a:off x="6667500" y="3676650"/>
            <a:ext cx="4143375" cy="333375"/>
          </a:xfrm>
          <a:prstGeom prst="rect">
            <a:avLst/>
          </a:prstGeom>
          <a:noFill/>
          <a:ln w="0">
            <a:noFill/>
          </a:ln>
        </p:spPr>
        <p:txBody>
          <a:bodyPr lIns="0" tIns="0" rIns="0" bIns="0" anchor="t">
            <a:noAutofit/>
          </a:bodyPr>
          <a:lstStyle>
            <a:defPPr algn="l">
              <a:defRPr sz="1650" b="1">
                <a:solidFill>
                  <a:srgbClr val="262626"/>
                </a:solidFill>
                <a:latin typeface="Noto Sans"/>
                <a:ea typeface="Noto Sans"/>
                <a:cs typeface="Noto Sans"/>
              </a:defRPr>
            </a:defPPr>
          </a:lstStyle>
          <a:p>
            <a:pPr algn="l">
              <a:defRPr sz="1650" b="1">
                <a:solidFill>
                  <a:srgbClr val="262626"/>
                </a:solidFill>
                <a:latin typeface="Noto Sans"/>
                <a:ea typeface="Noto Sans"/>
                <a:cs typeface="Noto Sans"/>
              </a:defRPr>
            </a:pPr>
            <a:r>
              <a:rPr sz="1650" b="1">
                <a:solidFill>
                  <a:srgbClr val="262626"/>
                </a:solidFill>
                <a:latin typeface="Noto Sans"/>
                <a:ea typeface="Noto Sans"/>
                <a:cs typeface="Noto Sans"/>
              </a:rPr>
              <a:t>팀 내 연결</a:t>
            </a:r>
          </a:p>
        </p:txBody>
      </p:sp>
      <p:sp>
        <p:nvSpPr>
          <p:cNvPr id="14" name="">
            <a:extLst>
              <a:ext uri="{FF2B5EF4-FFF2-40B4-BE49-F238E27FC236}">
                <ns2:creationId id="{8BE77640-6B31-43B3-91F1-F1EB1DB9132D}"/>
              </a:ext>
            </a:extLst>
          </p:cNvPr>
          <p:cNvSpPr>
            <a:spLocks noGrp="1"/>
          </p:cNvSpPr>
          <p:nvPr/>
        </p:nvSpPr>
        <p:spPr>
          <a:xfrm>
            <a:off x="6667500" y="4219575"/>
            <a:ext cx="4286250" cy="838200"/>
          </a:xfrm>
          <a:prstGeom prst="rect">
            <a:avLst/>
          </a:prstGeom>
          <a:noFill/>
          <a:ln w="0">
            <a:noFill/>
          </a:ln>
        </p:spPr>
        <p:txBody>
          <a:bodyPr lIns="0" tIns="0" rIns="0" bIns="0" anchor="t">
            <a:noAutofit/>
          </a:bodyPr>
          <a:lstStyle>
            <a:defPPr algn="l">
              <a:defRPr sz="1425" b="0">
                <a:solidFill>
                  <a:srgbClr val="262626"/>
                </a:solidFill>
                <a:latin typeface="Noto Sans"/>
                <a:ea typeface="Noto Sans"/>
                <a:cs typeface="Noto Sans"/>
              </a:defRPr>
            </a:defPPr>
          </a:lstStyle>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받는 입력과 전달할 결과</a:t>
            </a:r>
          </a:p>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연결되는 담당자 입력</a:t>
            </a:r>
          </a:p>
        </p:txBody>
      </p:sp>
      <p:sp>
        <p:nvSpPr>
          <p:cNvPr id="15" name="RoomPick Header Korean">
            <a:extLst>
              <a:ext uri="{FF2B5EF4-FFF2-40B4-BE49-F238E27FC236}">
                <ns2:creationId id="{1FB7D3F6-7528-4D69-AB1A-27262509D788}"/>
              </a:ext>
            </a:extLst>
          </p:cNvPr>
          <p:cNvSpPr>
            <a:spLocks noGrp="1"/>
          </p:cNvSpPr>
          <p:nvPr/>
        </p:nvSpPr>
        <p:spPr>
          <a:xfrm>
            <a:off x="952500" y="171450"/>
            <a:ext cx="272415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담당 역할과 목표</a:t>
            </a:r>
          </a:p>
        </p:txBody>
      </p:sp>
      <p:sp>
        <p:nvSpPr>
          <p:cNvPr id="16" name="RoomPick Header English">
            <a:extLst>
              <a:ext uri="{FF2B5EF4-FFF2-40B4-BE49-F238E27FC236}">
                <ns2:creationId id="{FC200F7F-8E9B-4CE8-9C2E-1F608848D5A6}"/>
              </a:ext>
            </a:extLst>
          </p:cNvPr>
          <p:cNvSpPr>
            <a:spLocks noGrp="1"/>
          </p:cNvSpPr>
          <p:nvPr/>
        </p:nvSpPr>
        <p:spPr>
          <a:xfrm>
            <a:off x="382905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Role &amp; Goals</a:t>
            </a:r>
          </a:p>
        </p:txBody>
      </p:sp>
    </p:spTree>
    <p:extLst>
      <p:ext uri="{BB962C8B-B14F-4D97-AF65-F5344CB8AC3E}">
        <ns3:creationId val="3660729021"/>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sp>
        <p:nvSpPr>
          <p:cNvPr id="8" name="">
            <a:extLst>
              <a:ext uri="{FF2B5EF4-FFF2-40B4-BE49-F238E27FC236}">
                <ns2:creationId id="{80F0F8C5-DD0E-468F-B021-9A1B26B4D4C2}"/>
              </a:ext>
            </a:extLst>
          </p:cNvPr>
          <p:cNvSpPr>
            <a:spLocks noGrp="1"/>
          </p:cNvSpPr>
          <p:nvPr/>
        </p:nvSpPr>
        <p:spPr>
          <a:xfrm>
            <a:off x="809625" y="2114550"/>
            <a:ext cx="4857750" cy="952500"/>
          </a:xfrm>
          <a:prstGeom prst="rect">
            <a:avLst/>
          </a:prstGeom>
          <a:noFill/>
          <a:ln w="0">
            <a:noFill/>
          </a:ln>
        </p:spPr>
        <p:txBody>
          <a:bodyPr lIns="0" tIns="0" rIns="0" bIns="0" anchor="t">
            <a:noAutofit/>
          </a:bodyPr>
          <a:lstStyle>
            <a:defPPr algn="l">
              <a:defRPr sz="1650" b="0">
                <a:solidFill>
                  <a:srgbClr val="BFBFBF"/>
                </a:solidFill>
                <a:latin typeface="Noto Sans"/>
                <a:ea typeface="Noto Sans"/>
                <a:cs typeface="Noto Sans"/>
              </a:defRPr>
            </a:defPPr>
          </a:lstStyle>
          <a:p>
            <a:pPr algn="l">
              <a:defRPr sz="1650" b="0">
                <a:solidFill>
                  <a:srgbClr val="BFBFBF"/>
                </a:solidFill>
                <a:latin typeface="Noto Sans"/>
                <a:ea typeface="Noto Sans"/>
                <a:cs typeface="Noto Sans"/>
              </a:defRPr>
            </a:pPr>
            <a:r>
              <a:rPr sz="1650" b="0">
                <a:solidFill>
                  <a:srgbClr val="BFBFBF"/>
                </a:solidFill>
                <a:latin typeface="Noto Sans"/>
                <a:ea typeface="Noto Sans"/>
                <a:cs typeface="Noto Sans"/>
              </a:rPr>
              <a:t>화면 · 데이터 · 코드 예시</a:t>
            </a:r>
          </a:p>
        </p:txBody>
      </p:sp>
      <p:sp>
        <p:nvSpPr>
          <p:cNvPr id="9" name="">
            <a:extLst>
              <a:ext uri="{FF2B5EF4-FFF2-40B4-BE49-F238E27FC236}">
                <ns2:creationId id="{BF9815A6-625A-4A2A-B173-B2BA9E4632A1}"/>
              </a:ext>
            </a:extLst>
          </p:cNvPr>
          <p:cNvSpPr>
            <a:spLocks noGrp="1"/>
          </p:cNvSpPr>
          <p:nvPr/>
        </p:nvSpPr>
        <p:spPr>
          <a:xfrm>
            <a:off x="6572250" y="2114550"/>
            <a:ext cx="4857750" cy="952500"/>
          </a:xfrm>
          <a:prstGeom prst="rect">
            <a:avLst/>
          </a:prstGeom>
          <a:noFill/>
          <a:ln w="0">
            <a:noFill/>
          </a:ln>
        </p:spPr>
        <p:txBody>
          <a:bodyPr lIns="0" tIns="0" rIns="0" bIns="0" anchor="t">
            <a:noAutofit/>
          </a:bodyPr>
          <a:lstStyle>
            <a:defPPr algn="l">
              <a:defRPr sz="1650" b="0">
                <a:solidFill>
                  <a:srgbClr val="BFBFBF"/>
                </a:solidFill>
                <a:latin typeface="Noto Sans"/>
                <a:ea typeface="Noto Sans"/>
                <a:cs typeface="Noto Sans"/>
              </a:defRPr>
            </a:defPPr>
          </a:lstStyle>
          <a:p>
            <a:pPr algn="l">
              <a:defRPr sz="1650" b="0">
                <a:solidFill>
                  <a:srgbClr val="BFBFBF"/>
                </a:solidFill>
                <a:latin typeface="Noto Sans"/>
                <a:ea typeface="Noto Sans"/>
                <a:cs typeface="Noto Sans"/>
              </a:defRPr>
            </a:pPr>
            <a:r>
              <a:rPr sz="1650" b="0">
                <a:solidFill>
                  <a:srgbClr val="BFBFBF"/>
                </a:solidFill>
                <a:latin typeface="Noto Sans"/>
                <a:ea typeface="Noto Sans"/>
                <a:cs typeface="Noto Sans"/>
              </a:rPr>
              <a:t>실행 결과 · 검증 자료</a:t>
            </a:r>
          </a:p>
        </p:txBody>
      </p:sp>
      <p:sp>
        <p:nvSpPr>
          <p:cNvPr id="10" name="">
            <a:extLst>
              <a:ext uri="{FF2B5EF4-FFF2-40B4-BE49-F238E27FC236}">
                <ns2:creationId id="{4FBE9BD6-F45B-4D8A-A601-55DBC2C3C49A}"/>
              </a:ext>
            </a:extLst>
          </p:cNvPr>
          <p:cNvSpPr>
            <a:spLocks noGrp="1"/>
          </p:cNvSpPr>
          <p:nvPr/>
        </p:nvSpPr>
        <p:spPr>
          <a:xfrm>
            <a:off x="809625" y="4229100"/>
            <a:ext cx="4857750" cy="333375"/>
          </a:xfrm>
          <a:prstGeom prst="rect">
            <a:avLst/>
          </a:prstGeom>
          <a:noFill/>
          <a:ln w="0">
            <a:noFill/>
          </a:ln>
        </p:spPr>
        <p:txBody>
          <a:bodyPr lIns="0" tIns="0" rIns="0" bIns="0" anchor="t">
            <a:noAutofit/>
          </a:bodyPr>
          <a:lstStyle>
            <a:defPPr algn="l">
              <a:defRPr sz="1650" b="1">
                <a:solidFill>
                  <a:srgbClr val="262626"/>
                </a:solidFill>
                <a:latin typeface="Noto Sans"/>
                <a:ea typeface="Noto Sans"/>
                <a:cs typeface="Noto Sans"/>
              </a:defRPr>
            </a:defPPr>
          </a:lstStyle>
          <a:p>
            <a:pPr algn="l">
              <a:defRPr sz="1650" b="1">
                <a:solidFill>
                  <a:srgbClr val="262626"/>
                </a:solidFill>
                <a:latin typeface="Noto Sans"/>
                <a:ea typeface="Noto Sans"/>
                <a:cs typeface="Noto Sans"/>
              </a:defRPr>
            </a:pPr>
            <a:r>
              <a:rPr sz="1650" b="1">
                <a:solidFill>
                  <a:srgbClr val="262626"/>
                </a:solidFill>
                <a:latin typeface="Noto Sans"/>
                <a:ea typeface="Noto Sans"/>
                <a:cs typeface="Noto Sans"/>
              </a:rPr>
              <a:t>주요 작업 1</a:t>
            </a:r>
          </a:p>
        </p:txBody>
      </p:sp>
      <p:sp>
        <p:nvSpPr>
          <p:cNvPr id="11" name="">
            <a:extLst>
              <a:ext uri="{FF2B5EF4-FFF2-40B4-BE49-F238E27FC236}">
                <ns2:creationId id="{ACC76042-B6C3-4E4D-A69D-7D841ADBA73C}"/>
              </a:ext>
            </a:extLst>
          </p:cNvPr>
          <p:cNvSpPr>
            <a:spLocks noGrp="1"/>
          </p:cNvSpPr>
          <p:nvPr/>
        </p:nvSpPr>
        <p:spPr>
          <a:xfrm>
            <a:off x="809625" y="4724400"/>
            <a:ext cx="4857750" cy="838200"/>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작업 내용과 처리 방법 입력</a:t>
            </a:r>
          </a:p>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자료를 통해 결과를 설명합니다.</a:t>
            </a:r>
          </a:p>
        </p:txBody>
      </p:sp>
      <p:sp>
        <p:nvSpPr>
          <p:cNvPr id="12" name="">
            <a:extLst>
              <a:ext uri="{FF2B5EF4-FFF2-40B4-BE49-F238E27FC236}">
                <ns2:creationId id="{6D86E270-E5D5-46A7-9603-EB2750ABBF45}"/>
              </a:ext>
            </a:extLst>
          </p:cNvPr>
          <p:cNvSpPr>
            <a:spLocks noGrp="1"/>
          </p:cNvSpPr>
          <p:nvPr/>
        </p:nvSpPr>
        <p:spPr>
          <a:xfrm>
            <a:off x="6572250" y="4229100"/>
            <a:ext cx="4857750" cy="333375"/>
          </a:xfrm>
          <a:prstGeom prst="rect">
            <a:avLst/>
          </a:prstGeom>
          <a:noFill/>
          <a:ln w="0">
            <a:noFill/>
          </a:ln>
        </p:spPr>
        <p:txBody>
          <a:bodyPr lIns="0" tIns="0" rIns="0" bIns="0" anchor="t">
            <a:noAutofit/>
          </a:bodyPr>
          <a:lstStyle>
            <a:defPPr algn="l">
              <a:defRPr sz="1650" b="1">
                <a:solidFill>
                  <a:srgbClr val="262626"/>
                </a:solidFill>
                <a:latin typeface="Noto Sans"/>
                <a:ea typeface="Noto Sans"/>
                <a:cs typeface="Noto Sans"/>
              </a:defRPr>
            </a:defPPr>
          </a:lstStyle>
          <a:p>
            <a:pPr algn="l">
              <a:defRPr sz="1650" b="1">
                <a:solidFill>
                  <a:srgbClr val="262626"/>
                </a:solidFill>
                <a:latin typeface="Noto Sans"/>
                <a:ea typeface="Noto Sans"/>
                <a:cs typeface="Noto Sans"/>
              </a:defRPr>
            </a:pPr>
            <a:r>
              <a:rPr sz="1650" b="1">
                <a:solidFill>
                  <a:srgbClr val="262626"/>
                </a:solidFill>
                <a:latin typeface="Noto Sans"/>
                <a:ea typeface="Noto Sans"/>
                <a:cs typeface="Noto Sans"/>
              </a:rPr>
              <a:t>주요 작업 2</a:t>
            </a:r>
          </a:p>
        </p:txBody>
      </p:sp>
      <p:sp>
        <p:nvSpPr>
          <p:cNvPr id="13" name="">
            <a:extLst>
              <a:ext uri="{FF2B5EF4-FFF2-40B4-BE49-F238E27FC236}">
                <ns2:creationId id="{85BD4F14-6C05-4A9B-93AD-FE9534A237FD}"/>
              </a:ext>
            </a:extLst>
          </p:cNvPr>
          <p:cNvSpPr>
            <a:spLocks noGrp="1"/>
          </p:cNvSpPr>
          <p:nvPr/>
        </p:nvSpPr>
        <p:spPr>
          <a:xfrm>
            <a:off x="6572250" y="4724400"/>
            <a:ext cx="4857750" cy="838200"/>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작업 내용과 처리 방법 입력</a:t>
            </a:r>
          </a:p>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앞선 작업과 연결되는 과정을 설명합니다.</a:t>
            </a:r>
          </a:p>
        </p:txBody>
      </p:sp>
      <p:sp>
        <p:nvSpPr>
          <p:cNvPr id="14" name="RoomPick Header Korean">
            <a:extLst>
              <a:ext uri="{FF2B5EF4-FFF2-40B4-BE49-F238E27FC236}">
                <ns2:creationId id="{F81B7FFE-A2E4-45D8-998D-CE190062C5A5}"/>
              </a:ext>
            </a:extLst>
          </p:cNvPr>
          <p:cNvSpPr>
            <a:spLocks noGrp="1"/>
          </p:cNvSpPr>
          <p:nvPr/>
        </p:nvSpPr>
        <p:spPr>
          <a:xfrm>
            <a:off x="952500" y="171450"/>
            <a:ext cx="340995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진행한 작업과 산출물</a:t>
            </a:r>
          </a:p>
        </p:txBody>
      </p:sp>
      <p:sp>
        <p:nvSpPr>
          <p:cNvPr id="15" name="RoomPick Header English">
            <a:extLst>
              <a:ext uri="{FF2B5EF4-FFF2-40B4-BE49-F238E27FC236}">
                <ns2:creationId id="{5F17EF57-DFCD-4429-A150-39ED0AF6F58D}"/>
              </a:ext>
            </a:extLst>
          </p:cNvPr>
          <p:cNvSpPr>
            <a:spLocks noGrp="1"/>
          </p:cNvSpPr>
          <p:nvPr/>
        </p:nvSpPr>
        <p:spPr>
          <a:xfrm>
            <a:off x="451485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Implementation</a:t>
            </a:r>
          </a:p>
        </p:txBody>
      </p:sp>
    </p:spTree>
    <p:extLst>
      <p:ext uri="{BB962C8B-B14F-4D97-AF65-F5344CB8AC3E}">
        <ns3:creationId val="1489409786"/>
      </p:ext>
    </p:extLst>
  </p:cSld>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sp>
        <p:nvSpPr>
          <p:cNvPr id="5" name="TextBox 4">
            <a:extLst>
              <a:ext uri="{FF2B5EF4-FFF2-40B4-BE49-F238E27FC236}">
                <ns2:creationId id="{7C4DFAD7-FF28-8DC4-829D-B3FEDAAE431D}"/>
              </a:ext>
            </a:extLst>
          </p:cNvPr>
          <p:cNvSpPr>
            <a:spLocks noGrp="1"/>
          </p:cNvSpPr>
          <p:nvPr/>
        </p:nvSpPr>
        <p:spPr>
          <a:xfrm flipH="1">
            <a:off x="1095375" y="2257425"/>
            <a:ext cx="4476750" cy="895350"/>
          </a:xfrm>
          <a:prstGeom prst="rect">
            <a:avLst/>
          </a:prstGeom>
          <a:noFill/>
        </p:spPr>
        <p:txBody>
          <a:bodyPr wrap="square" lIns="0" tIns="0" rIns="0" bIns="0">
            <a:noAutofit/>
          </a:bodyPr>
          <a:lstStyle>
            <a:defPPr algn="l">
              <a:defRPr sz="1350" u="none">
                <a:solidFill>
                  <a:srgbClr val="262626"/>
                </a:solidFill>
                <a:latin typeface="Noto Sans"/>
                <a:ea typeface="Noto Sans"/>
                <a:cs typeface="Noto Sans"/>
              </a:defRPr>
            </a:defPPr>
          </a:lstStyle>
          <a:p>
            <a:pPr algn="l">
              <a:lnSpc>
                <a:spcPct val="130000"/>
              </a:lnSpc>
              <a:buNone/>
              <a:defRPr sz="1350" u="none">
                <a:solidFill>
                  <a:srgbClr val="262626"/>
                </a:solidFill>
                <a:latin typeface="Noto Sans"/>
                <a:ea typeface="Noto Sans"/>
                <a:cs typeface="Noto Sans"/>
              </a:defRPr>
            </a:pPr>
            <a:r>
              <a:rPr sz="1350" u="none">
                <a:solidFill>
                  <a:srgbClr val="262626"/>
                </a:solidFill>
                <a:latin typeface="Noto Sans"/>
                <a:ea typeface="Noto Sans"/>
                <a:cs typeface="Noto Sans"/>
              </a:rPr>
              <a:t>문제를 발견한 상황과 입력</a:t>
            </a:r>
          </a:p>
          <a:p>
            <a:pPr algn="l">
              <a:lnSpc>
                <a:spcPct val="130000"/>
              </a:lnSpc>
              <a:buNone/>
              <a:defRPr sz="1350" u="none">
                <a:solidFill>
                  <a:srgbClr val="262626"/>
                </a:solidFill>
                <a:latin typeface="Noto Sans"/>
                <a:ea typeface="Noto Sans"/>
                <a:cs typeface="Noto Sans"/>
              </a:defRPr>
            </a:pPr>
            <a:r>
              <a:rPr sz="1350" u="none">
                <a:solidFill>
                  <a:srgbClr val="262626"/>
                </a:solidFill>
                <a:latin typeface="Noto Sans"/>
                <a:ea typeface="Noto Sans"/>
                <a:cs typeface="Noto Sans"/>
              </a:rPr>
              <a:t>원인이나 제약 입력</a:t>
            </a:r>
          </a:p>
        </p:txBody>
      </p:sp>
      <p:sp>
        <p:nvSpPr>
          <p:cNvPr id="8" name="TextBox 7">
            <a:extLst>
              <a:ext uri="{FF2B5EF4-FFF2-40B4-BE49-F238E27FC236}">
                <ns2:creationId id="{A31CABF0-4C40-9C76-4813-70903CEF6729}"/>
              </a:ext>
            </a:extLst>
          </p:cNvPr>
          <p:cNvSpPr>
            <a:spLocks noGrp="1"/>
          </p:cNvSpPr>
          <p:nvPr/>
        </p:nvSpPr>
        <p:spPr>
          <a:xfrm flipH="1">
            <a:off x="1095375" y="1714500"/>
            <a:ext cx="3429000" cy="361950"/>
          </a:xfrm>
          <a:prstGeom prst="rect">
            <a:avLst/>
          </a:prstGeom>
          <a:noFill/>
        </p:spPr>
        <p:txBody>
          <a:bodyPr wrap="square" lIns="0" tIns="0" rIns="0" bIns="0">
            <a:noAutofit/>
          </a:bodyPr>
          <a:lstStyle>
            <a:defPPr algn="l">
              <a:defRPr sz="1650" u="none">
                <a:solidFill>
                  <a:srgbClr val="000000"/>
                </a:solidFill>
                <a:latin typeface="나눔스퀘어 네오 ExtraBold"/>
                <a:ea typeface="나눔스퀘어 네오 ExtraBold"/>
                <a:cs typeface="나눔스퀘어 네오 ExtraBold"/>
              </a:defRPr>
            </a:defPPr>
          </a:lstStyle>
          <a:p>
            <a:pPr algn="l">
              <a:defRPr sz="1650" u="none">
                <a:solidFill>
                  <a:srgbClr val="000000"/>
                </a:solidFill>
                <a:latin typeface="나눔스퀘어 네오 ExtraBold"/>
                <a:ea typeface="나눔스퀘어 네오 ExtraBold"/>
                <a:cs typeface="나눔스퀘어 네오 ExtraBold"/>
              </a:defRPr>
            </a:pPr>
            <a:r>
              <a:rPr sz="1650" u="none">
                <a:solidFill>
                  <a:srgbClr val="000000"/>
                </a:solidFill>
                <a:latin typeface="나눔스퀘어 네오 ExtraBold"/>
                <a:ea typeface="나눔스퀘어 네오 ExtraBold"/>
                <a:cs typeface="나눔스퀘어 네오 ExtraBold"/>
              </a:rPr>
              <a:t>문제 상황</a:t>
            </a:r>
            <a:endParaRPr sz="1200">
              <a:latin typeface="+mj-ea"/>
              <a:ea typeface="+mj-ea"/>
              <a:cs typeface="+mj-ea"/>
            </a:endParaRPr>
          </a:p>
        </p:txBody>
      </p:sp>
      <p:sp>
        <p:nvSpPr>
          <p:cNvPr id="23" name="TextBox 22">
            <a:extLst>
              <a:ext uri="{FF2B5EF4-FFF2-40B4-BE49-F238E27FC236}">
                <ns2:creationId id="{BA730F9C-F12E-B78C-C3DB-C04EF4D71B5E}"/>
              </a:ext>
            </a:extLst>
          </p:cNvPr>
          <p:cNvSpPr>
            <a:spLocks noGrp="1"/>
          </p:cNvSpPr>
          <p:nvPr/>
        </p:nvSpPr>
        <p:spPr>
          <a:xfrm flipH="1">
            <a:off x="1095375" y="4410075"/>
            <a:ext cx="4476750" cy="895350"/>
          </a:xfrm>
          <a:prstGeom prst="rect">
            <a:avLst/>
          </a:prstGeom>
          <a:noFill/>
        </p:spPr>
        <p:txBody>
          <a:bodyPr wrap="square" lIns="0" tIns="0" rIns="0" bIns="0">
            <a:noAutofit/>
          </a:bodyPr>
          <a:lstStyle>
            <a:defPPr algn="l">
              <a:defRPr sz="1350" u="none">
                <a:solidFill>
                  <a:srgbClr val="262626"/>
                </a:solidFill>
                <a:latin typeface="Noto Sans"/>
                <a:ea typeface="Noto Sans"/>
                <a:cs typeface="Noto Sans"/>
              </a:defRPr>
            </a:defPPr>
          </a:lstStyle>
          <a:p>
            <a:pPr algn="l">
              <a:lnSpc>
                <a:spcPct val="130000"/>
              </a:lnSpc>
              <a:buNone/>
              <a:defRPr sz="1350" u="none">
                <a:solidFill>
                  <a:srgbClr val="262626"/>
                </a:solidFill>
                <a:latin typeface="Noto Sans"/>
                <a:ea typeface="Noto Sans"/>
                <a:cs typeface="Noto Sans"/>
              </a:defRPr>
            </a:pPr>
            <a:r>
              <a:rPr sz="1350" u="none">
                <a:solidFill>
                  <a:srgbClr val="262626"/>
                </a:solidFill>
                <a:latin typeface="Noto Sans"/>
                <a:ea typeface="Noto Sans"/>
                <a:cs typeface="Noto Sans"/>
              </a:rPr>
              <a:t>비교한 방법과 판단 기준</a:t>
            </a:r>
          </a:p>
          <a:p>
            <a:pPr algn="l">
              <a:lnSpc>
                <a:spcPct val="130000"/>
              </a:lnSpc>
              <a:buNone/>
              <a:defRPr sz="1350" u="none">
                <a:solidFill>
                  <a:srgbClr val="262626"/>
                </a:solidFill>
                <a:latin typeface="Noto Sans"/>
                <a:ea typeface="Noto Sans"/>
                <a:cs typeface="Noto Sans"/>
              </a:defRPr>
            </a:pPr>
            <a:r>
              <a:rPr sz="1350" u="none">
                <a:solidFill>
                  <a:srgbClr val="262626"/>
                </a:solidFill>
                <a:latin typeface="Noto Sans"/>
                <a:ea typeface="Noto Sans"/>
                <a:cs typeface="Noto Sans"/>
              </a:rPr>
              <a:t>검토 과정 입력</a:t>
            </a:r>
          </a:p>
        </p:txBody>
      </p:sp>
      <p:sp>
        <p:nvSpPr>
          <p:cNvPr id="24" name="TextBox 23">
            <a:extLst>
              <a:ext uri="{FF2B5EF4-FFF2-40B4-BE49-F238E27FC236}">
                <ns2:creationId id="{74567387-870D-7235-6BA7-F4C539419705}"/>
              </a:ext>
            </a:extLst>
          </p:cNvPr>
          <p:cNvSpPr>
            <a:spLocks noGrp="1"/>
          </p:cNvSpPr>
          <p:nvPr/>
        </p:nvSpPr>
        <p:spPr>
          <a:xfrm flipH="1">
            <a:off x="1095375" y="3876675"/>
            <a:ext cx="3429000" cy="361950"/>
          </a:xfrm>
          <a:prstGeom prst="rect">
            <a:avLst/>
          </a:prstGeom>
          <a:noFill/>
        </p:spPr>
        <p:txBody>
          <a:bodyPr wrap="square" lIns="0" tIns="0" rIns="0" bIns="0">
            <a:noAutofit/>
          </a:bodyPr>
          <a:lstStyle>
            <a:defPPr algn="l">
              <a:defRPr sz="1650" u="none">
                <a:solidFill>
                  <a:srgbClr val="000000"/>
                </a:solidFill>
                <a:latin typeface="나눔스퀘어 네오 ExtraBold"/>
                <a:ea typeface="나눔스퀘어 네오 ExtraBold"/>
                <a:cs typeface="나눔스퀘어 네오 ExtraBold"/>
              </a:defRPr>
            </a:defPPr>
          </a:lstStyle>
          <a:p>
            <a:pPr algn="l">
              <a:defRPr sz="1650" u="none">
                <a:solidFill>
                  <a:srgbClr val="000000"/>
                </a:solidFill>
                <a:latin typeface="나눔스퀘어 네오 ExtraBold"/>
                <a:ea typeface="나눔스퀘어 네오 ExtraBold"/>
                <a:cs typeface="나눔스퀘어 네오 ExtraBold"/>
              </a:defRPr>
            </a:pPr>
            <a:r>
              <a:rPr sz="1650" u="none">
                <a:solidFill>
                  <a:srgbClr val="000000"/>
                </a:solidFill>
                <a:latin typeface="나눔스퀘어 네오 ExtraBold"/>
                <a:ea typeface="나눔스퀘어 네오 ExtraBold"/>
                <a:cs typeface="나눔스퀘어 네오 ExtraBold"/>
              </a:rPr>
              <a:t>검토한 방법</a:t>
            </a:r>
            <a:endParaRPr sz="1200">
              <a:latin typeface="+mj-ea"/>
              <a:ea typeface="+mj-ea"/>
              <a:cs typeface="+mj-ea"/>
            </a:endParaRPr>
          </a:p>
        </p:txBody>
      </p:sp>
      <p:sp>
        <p:nvSpPr>
          <p:cNvPr id="37" name="사각형: 둥근 모서리 36">
            <a:extLst>
              <a:ext uri="{FF2B5EF4-FFF2-40B4-BE49-F238E27FC236}">
                <ns2:creationId id="{7FD0037E-9D88-7079-D459-5D54A65BBFC0}"/>
              </a:ext>
            </a:extLst>
          </p:cNvPr>
          <p:cNvSpPr>
            <a:spLocks noGrp="1"/>
          </p:cNvSpPr>
          <p:nvPr/>
        </p:nvSpPr>
        <p:spPr>
          <a:xfrm rot="0" flipH="0" flipV="0">
            <a:off x="4490472" y="1674799"/>
            <a:ext cx="1143198" cy="247302"/>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Noto Sans SemiBold"/>
              <a:ea typeface="Noto Sans SemiBold"/>
              <a:cs typeface="Noto Sans SemiBold"/>
            </a:endParaRPr>
          </a:p>
        </p:txBody>
      </p:sp>
      <p:sp>
        <p:nvSpPr>
          <p:cNvPr id="38" name="타원 37">
            <a:extLst>
              <a:ext uri="{FF2B5EF4-FFF2-40B4-BE49-F238E27FC236}">
                <ns2:creationId id="{21F320CB-0539-8579-98E0-2945980B64A2}"/>
              </a:ext>
            </a:extLst>
          </p:cNvPr>
          <p:cNvSpPr>
            <a:spLocks noGrp="1"/>
          </p:cNvSpPr>
          <p:nvPr/>
        </p:nvSpPr>
        <p:spPr>
          <a:xfrm rot="0" flipH="0" flipV="0">
            <a:off x="4583965" y="1734882"/>
            <a:ext cx="125285" cy="12528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Noto Sans SemiBold"/>
              <a:ea typeface="Noto Sans SemiBold"/>
              <a:cs typeface="Noto Sans SemiBold"/>
            </a:endParaRPr>
          </a:p>
        </p:txBody>
      </p:sp>
      <p:sp>
        <p:nvSpPr>
          <p:cNvPr id="39" name="TextBox 38">
            <a:extLst>
              <a:ext uri="{FF2B5EF4-FFF2-40B4-BE49-F238E27FC236}">
                <ns2:creationId id="{D1A52EF2-031F-DD3F-C092-9688CCAF3989}"/>
              </a:ext>
            </a:extLst>
          </p:cNvPr>
          <p:cNvSpPr>
            <a:spLocks noGrp="1"/>
          </p:cNvSpPr>
          <p:nvPr/>
        </p:nvSpPr>
        <p:spPr>
          <a:xfrm rot="0" flipH="0" flipV="0">
            <a:off x="4802410" y="1664875"/>
            <a:ext cx="965930" cy="257175"/>
          </a:xfrm>
          <a:prstGeom prst="rect">
            <a:avLst/>
          </a:prstGeom>
          <a:noFill/>
        </p:spPr>
        <p:txBody>
          <a:bodyPr wrap="square" lIns="0" tIns="0" rIns="0" bIns="0">
            <a:noAutofit/>
          </a:bodyPr>
          <a:lstStyle>
            <a:defPPr algn="l">
              <a:defRPr sz="1050" u="none">
                <a:solidFill>
                  <a:srgbClr val="404040"/>
                </a:solidFill>
                <a:latin typeface="Noto Sans SemiBold"/>
                <a:ea typeface="Noto Sans SemiBold"/>
                <a:cs typeface="Noto Sans SemiBold"/>
              </a:defRPr>
            </a:defPPr>
          </a:lstStyle>
          <a:p>
            <a:pPr algn="l">
              <a:lnSpc>
                <a:spcPct val="110000"/>
              </a:lnSpc>
              <a:buNone/>
              <a:defRPr sz="1050" u="none">
                <a:solidFill>
                  <a:srgbClr val="404040"/>
                </a:solidFill>
                <a:latin typeface="Noto Sans SemiBold"/>
                <a:ea typeface="Noto Sans SemiBold"/>
                <a:cs typeface="Noto Sans SemiBold"/>
              </a:defRPr>
            </a:pPr>
            <a:r>
              <a:rPr sz="1050" u="none">
                <a:solidFill>
                  <a:srgbClr val="404040"/>
                </a:solidFill>
                <a:latin typeface="Noto Sans SemiBold"/>
                <a:ea typeface="Noto Sans SemiBold"/>
                <a:cs typeface="Noto Sans SemiBold"/>
              </a:rPr>
              <a:t>01</a:t>
            </a:r>
            <a:endParaRPr sz="1050">
              <a:solidFill>
                <a:schemeClr val="tx1">
                  <a:lumMod val="75000"/>
                  <a:lumOff val="25000"/>
                </a:schemeClr>
              </a:solidFill>
              <a:latin typeface="Noto Sans SemiBold"/>
              <a:ea typeface="Noto Sans SemiBold"/>
              <a:cs typeface="Noto Sans SemiBold"/>
            </a:endParaRPr>
          </a:p>
        </p:txBody>
      </p:sp>
      <p:sp>
        <p:nvSpPr>
          <p:cNvPr id="41" name="사각형: 둥근 모서리 40">
            <a:extLst>
              <a:ext uri="{FF2B5EF4-FFF2-40B4-BE49-F238E27FC236}">
                <ns2:creationId id="{9E48A062-ED89-0979-1303-D9F9368DC38F}"/>
              </a:ext>
            </a:extLst>
          </p:cNvPr>
          <p:cNvSpPr>
            <a:spLocks noGrp="1"/>
          </p:cNvSpPr>
          <p:nvPr/>
        </p:nvSpPr>
        <p:spPr>
          <a:xfrm rot="0" flipH="0" flipV="0">
            <a:off x="4490472" y="3833061"/>
            <a:ext cx="1143198" cy="247302"/>
          </a:xfrm>
          <a:prstGeom prst="roundRect">
            <a:avLst>
              <a:gd name="adj" fmla="val 50000"/>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Noto Sans SemiBold"/>
              <a:ea typeface="Noto Sans SemiBold"/>
              <a:cs typeface="Noto Sans SemiBold"/>
            </a:endParaRPr>
          </a:p>
        </p:txBody>
      </p:sp>
      <p:sp>
        <p:nvSpPr>
          <p:cNvPr id="42" name="타원 41">
            <a:extLst>
              <a:ext uri="{FF2B5EF4-FFF2-40B4-BE49-F238E27FC236}">
                <ns2:creationId id="{95912B55-072C-5587-18AE-161D37FB5D78}"/>
              </a:ext>
            </a:extLst>
          </p:cNvPr>
          <p:cNvSpPr>
            <a:spLocks noGrp="1"/>
          </p:cNvSpPr>
          <p:nvPr/>
        </p:nvSpPr>
        <p:spPr>
          <a:xfrm rot="0" flipH="0" flipV="0">
            <a:off x="4583965" y="3893144"/>
            <a:ext cx="125285" cy="12528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Noto Sans SemiBold"/>
              <a:ea typeface="Noto Sans SemiBold"/>
              <a:cs typeface="Noto Sans SemiBold"/>
            </a:endParaRPr>
          </a:p>
        </p:txBody>
      </p:sp>
      <p:sp>
        <p:nvSpPr>
          <p:cNvPr id="43" name="TextBox 42">
            <a:extLst>
              <a:ext uri="{FF2B5EF4-FFF2-40B4-BE49-F238E27FC236}">
                <ns2:creationId id="{BAD3C424-9C93-A7A0-AB6B-4D3F082C22B1}"/>
              </a:ext>
            </a:extLst>
          </p:cNvPr>
          <p:cNvSpPr>
            <a:spLocks noGrp="1"/>
          </p:cNvSpPr>
          <p:nvPr/>
        </p:nvSpPr>
        <p:spPr>
          <a:xfrm rot="0" flipH="0" flipV="0">
            <a:off x="4802410" y="3823145"/>
            <a:ext cx="965930" cy="257175"/>
          </a:xfrm>
          <a:prstGeom prst="rect">
            <a:avLst/>
          </a:prstGeom>
          <a:noFill/>
        </p:spPr>
        <p:txBody>
          <a:bodyPr wrap="square" lIns="0" tIns="0" rIns="0" bIns="0">
            <a:noAutofit/>
          </a:bodyPr>
          <a:lstStyle>
            <a:defPPr algn="l">
              <a:defRPr sz="1050" u="none">
                <a:solidFill>
                  <a:srgbClr val="404040"/>
                </a:solidFill>
                <a:latin typeface="Noto Sans SemiBold"/>
                <a:ea typeface="Noto Sans SemiBold"/>
                <a:cs typeface="Noto Sans SemiBold"/>
              </a:defRPr>
            </a:defPPr>
          </a:lstStyle>
          <a:p>
            <a:pPr algn="l">
              <a:lnSpc>
                <a:spcPct val="110000"/>
              </a:lnSpc>
              <a:buNone/>
              <a:defRPr sz="1050" u="none">
                <a:solidFill>
                  <a:srgbClr val="404040"/>
                </a:solidFill>
                <a:latin typeface="Noto Sans SemiBold"/>
                <a:ea typeface="Noto Sans SemiBold"/>
                <a:cs typeface="Noto Sans SemiBold"/>
              </a:defRPr>
            </a:pPr>
            <a:r>
              <a:rPr sz="1050" u="none">
                <a:solidFill>
                  <a:srgbClr val="404040"/>
                </a:solidFill>
                <a:latin typeface="Noto Sans SemiBold"/>
                <a:ea typeface="Noto Sans SemiBold"/>
                <a:cs typeface="Noto Sans SemiBold"/>
              </a:rPr>
              <a:t>02</a:t>
            </a:r>
            <a:endParaRPr sz="1050">
              <a:solidFill>
                <a:schemeClr val="tx1">
                  <a:lumMod val="75000"/>
                  <a:lumOff val="25000"/>
                </a:schemeClr>
              </a:solidFill>
              <a:latin typeface="Noto Sans SemiBold"/>
              <a:ea typeface="Noto Sans SemiBold"/>
              <a:cs typeface="Noto Sans SemiBold"/>
            </a:endParaRPr>
          </a:p>
        </p:txBody>
      </p:sp>
      <p:sp>
        <p:nvSpPr>
          <p:cNvPr id="44" name="TextBox 43">
            <a:extLst>
              <a:ext uri="{FF2B5EF4-FFF2-40B4-BE49-F238E27FC236}">
                <ns2:creationId id="{52F21159-424B-F679-D13A-A9C7631E37B0}"/>
              </a:ext>
            </a:extLst>
          </p:cNvPr>
          <p:cNvSpPr>
            <a:spLocks noGrp="1"/>
          </p:cNvSpPr>
          <p:nvPr/>
        </p:nvSpPr>
        <p:spPr>
          <a:xfrm flipH="1">
            <a:off x="6667500" y="2286000"/>
            <a:ext cx="4524375" cy="1047750"/>
          </a:xfrm>
          <a:prstGeom prst="rect">
            <a:avLst/>
          </a:prstGeom>
          <a:noFill/>
        </p:spPr>
        <p:txBody>
          <a:bodyPr wrap="square" lIns="0" tIns="0" rIns="0" bIns="0">
            <a:noAutofit/>
          </a:bodyPr>
          <a:lstStyle>
            <a:defPPr algn="l">
              <a:defRPr sz="1350" u="none">
                <a:solidFill>
                  <a:srgbClr val="262626"/>
                </a:solidFill>
                <a:latin typeface="Noto Sans"/>
                <a:ea typeface="Noto Sans"/>
                <a:cs typeface="Noto Sans"/>
              </a:defRPr>
            </a:defPPr>
          </a:lstStyle>
          <a:p>
            <a:pPr algn="l">
              <a:lnSpc>
                <a:spcPct val="130000"/>
              </a:lnSpc>
              <a:buNone/>
              <a:defRPr sz="1350" u="none">
                <a:solidFill>
                  <a:srgbClr val="262626"/>
                </a:solidFill>
                <a:latin typeface="Noto Sans"/>
                <a:ea typeface="Noto Sans"/>
                <a:cs typeface="Noto Sans"/>
              </a:defRPr>
            </a:pPr>
            <a:r>
              <a:rPr sz="1350" u="none">
                <a:solidFill>
                  <a:srgbClr val="262626"/>
                </a:solidFill>
                <a:latin typeface="Noto Sans"/>
                <a:ea typeface="Noto Sans"/>
                <a:cs typeface="Noto Sans"/>
              </a:rPr>
              <a:t>선택한 방법과 적용 과정을 입력합니다.</a:t>
            </a:r>
          </a:p>
          <a:p>
            <a:pPr algn="l">
              <a:lnSpc>
                <a:spcPct val="130000"/>
              </a:lnSpc>
              <a:buNone/>
              <a:defRPr sz="1350" u="none">
                <a:solidFill>
                  <a:srgbClr val="262626"/>
                </a:solidFill>
                <a:latin typeface="Noto Sans"/>
                <a:ea typeface="Noto Sans"/>
                <a:cs typeface="Noto Sans"/>
              </a:defRPr>
            </a:pPr>
            <a:r>
              <a:rPr sz="1350" u="none">
                <a:solidFill>
                  <a:srgbClr val="262626"/>
                </a:solidFill>
                <a:latin typeface="Noto Sans"/>
                <a:ea typeface="Noto Sans"/>
                <a:cs typeface="Noto Sans"/>
              </a:rPr>
              <a:t>화면·코드·데이터를 근거로 설명합니다.</a:t>
            </a:r>
          </a:p>
        </p:txBody>
      </p:sp>
      <p:sp>
        <p:nvSpPr>
          <p:cNvPr id="47" name="TextBox 46">
            <a:extLst>
              <a:ext uri="{FF2B5EF4-FFF2-40B4-BE49-F238E27FC236}">
                <ns2:creationId id="{E3682825-4970-DF6E-DF1A-D8662EDC2810}"/>
              </a:ext>
            </a:extLst>
          </p:cNvPr>
          <p:cNvSpPr>
            <a:spLocks noGrp="1"/>
          </p:cNvSpPr>
          <p:nvPr/>
        </p:nvSpPr>
        <p:spPr>
          <a:xfrm rot="0" flipH="0" flipV="0">
            <a:off x="6667500" y="1714500"/>
            <a:ext cx="4095750" cy="381000"/>
          </a:xfrm>
          <a:prstGeom prst="rect">
            <a:avLst/>
          </a:prstGeom>
          <a:noFill/>
        </p:spPr>
        <p:txBody>
          <a:bodyPr wrap="square" lIns="0" tIns="0" rIns="0" bIns="0" anchor="t">
            <a:noAutofit/>
          </a:bodyPr>
          <a:lstStyle>
            <a:defPPr algn="ctr">
              <a:defRPr sz="1725" u="none">
                <a:solidFill>
                  <a:srgbClr val="262626"/>
                </a:solidFill>
                <a:latin typeface="나눔스퀘어 네오 ExtraBold"/>
                <a:ea typeface="나눔스퀘어 네오 ExtraBold"/>
                <a:cs typeface="나눔스퀘어 네오 ExtraBold"/>
              </a:defRPr>
            </a:defPPr>
          </a:lstStyle>
          <a:p>
            <a:pPr algn="ctr">
              <a:lnSpc>
                <a:spcPct val="130000"/>
              </a:lnSpc>
              <a:buNone/>
              <a:defRPr sz="1725" u="none">
                <a:solidFill>
                  <a:srgbClr val="262626"/>
                </a:solidFill>
                <a:latin typeface="나눔스퀘어 네오 ExtraBold"/>
                <a:ea typeface="나눔스퀘어 네오 ExtraBold"/>
                <a:cs typeface="나눔스퀘어 네오 ExtraBold"/>
              </a:defRPr>
            </a:pPr>
            <a:r>
              <a:rPr sz="1725" u="none">
                <a:solidFill>
                  <a:srgbClr val="262626"/>
                </a:solidFill>
                <a:latin typeface="나눔스퀘어 네오 ExtraBold"/>
                <a:ea typeface="나눔스퀘어 네오 ExtraBold"/>
                <a:cs typeface="나눔스퀘어 네오 ExtraBold"/>
              </a:rPr>
              <a:t>선택한 방법</a:t>
            </a:r>
            <a:endParaRPr sz="1400">
              <a:solidFill>
                <a:schemeClr val="bg1"/>
              </a:solidFill>
              <a:latin typeface="+mj-ea"/>
              <a:ea typeface="+mj-ea"/>
              <a:cs typeface="+mj-ea"/>
            </a:endParaRPr>
          </a:p>
        </p:txBody>
      </p:sp>
      <p:sp>
        <p:nvSpPr>
          <p:cNvPr id="50" name="타원 49">
            <a:extLst>
              <a:ext uri="{FF2B5EF4-FFF2-40B4-BE49-F238E27FC236}">
                <ns2:creationId id="{621D84AC-21EA-50A0-9F9C-C31BD5A246C1}"/>
              </a:ext>
            </a:extLst>
          </p:cNvPr>
          <p:cNvSpPr>
            <a:spLocks noGrp="1"/>
          </p:cNvSpPr>
          <p:nvPr/>
        </p:nvSpPr>
        <p:spPr>
          <a:xfrm>
            <a:off x="6732324" y="4054168"/>
            <a:ext cx="92868" cy="9286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Ins="0" anchor="ctr"/>
          <a:lstStyle/>
          <a:p>
            <a:pPr algn="ctr">
              <a:buNone/>
            </a:pPr>
            <a:endParaRPr sz="1200"/>
          </a:p>
        </p:txBody>
      </p:sp>
      <p:sp>
        <p:nvSpPr>
          <p:cNvPr id="51" name="TextBox 50">
            <a:extLst>
              <a:ext uri="{FF2B5EF4-FFF2-40B4-BE49-F238E27FC236}">
                <ns2:creationId id="{6BDEDC39-C753-7D77-C212-64F72121AB51}"/>
              </a:ext>
            </a:extLst>
          </p:cNvPr>
          <p:cNvSpPr>
            <a:spLocks noGrp="1"/>
          </p:cNvSpPr>
          <p:nvPr/>
        </p:nvSpPr>
        <p:spPr>
          <a:xfrm flipH="1">
            <a:off x="7062311" y="3953351"/>
            <a:ext cx="4095750" cy="333375"/>
          </a:xfrm>
          <a:prstGeom prst="rect">
            <a:avLst/>
          </a:prstGeom>
          <a:noFill/>
        </p:spPr>
        <p:txBody>
          <a:bodyPr wrap="square" lIns="0" tIns="0" rIns="0" bIns="0">
            <a:noAutofit/>
          </a:bodyPr>
          <a:lstStyle>
            <a:defPPr algn="l">
              <a:defRPr sz="1350" u="none">
                <a:solidFill>
                  <a:srgbClr val="000000"/>
                </a:solidFill>
                <a:latin typeface="Noto Sans"/>
                <a:ea typeface="Noto Sans"/>
                <a:cs typeface="Noto Sans"/>
              </a:defRPr>
            </a:defPPr>
          </a:lstStyle>
          <a:p>
            <a:pPr algn="l">
              <a:defRPr sz="1350" u="none">
                <a:solidFill>
                  <a:srgbClr val="000000"/>
                </a:solidFill>
                <a:latin typeface="Noto Sans"/>
                <a:ea typeface="Noto Sans"/>
                <a:cs typeface="Noto Sans"/>
              </a:defRPr>
            </a:pPr>
            <a:r>
              <a:rPr sz="1350" u="none">
                <a:solidFill>
                  <a:srgbClr val="000000"/>
                </a:solidFill>
                <a:latin typeface="Noto Sans"/>
                <a:ea typeface="Noto Sans"/>
                <a:cs typeface="Noto Sans"/>
              </a:rPr>
              <a:t>선택한 이유 입력</a:t>
            </a:r>
            <a:endParaRPr sz="1200"/>
          </a:p>
        </p:txBody>
      </p:sp>
      <p:sp>
        <p:nvSpPr>
          <p:cNvPr id="52" name="타원 51">
            <a:extLst>
              <a:ext uri="{FF2B5EF4-FFF2-40B4-BE49-F238E27FC236}">
                <ns2:creationId id="{6D58DCF4-269C-DB94-63D1-279D9C01A976}"/>
              </a:ext>
            </a:extLst>
          </p:cNvPr>
          <p:cNvSpPr>
            <a:spLocks noGrp="1"/>
          </p:cNvSpPr>
          <p:nvPr/>
        </p:nvSpPr>
        <p:spPr>
          <a:xfrm>
            <a:off x="6732324" y="4494160"/>
            <a:ext cx="92868" cy="9286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Ins="0" anchor="ctr"/>
          <a:lstStyle/>
          <a:p>
            <a:pPr algn="ctr">
              <a:buNone/>
            </a:pPr>
            <a:endParaRPr sz="1200"/>
          </a:p>
        </p:txBody>
      </p:sp>
      <p:sp>
        <p:nvSpPr>
          <p:cNvPr id="53" name="TextBox 52">
            <a:extLst>
              <a:ext uri="{FF2B5EF4-FFF2-40B4-BE49-F238E27FC236}">
                <ns2:creationId id="{7A2D6DB0-72F2-FA30-1897-44695EAC8B7B}"/>
              </a:ext>
            </a:extLst>
          </p:cNvPr>
          <p:cNvSpPr>
            <a:spLocks noGrp="1"/>
          </p:cNvSpPr>
          <p:nvPr/>
        </p:nvSpPr>
        <p:spPr>
          <a:xfrm flipH="1">
            <a:off x="7062311" y="4397121"/>
            <a:ext cx="4095750" cy="333375"/>
          </a:xfrm>
          <a:prstGeom prst="rect">
            <a:avLst/>
          </a:prstGeom>
          <a:noFill/>
        </p:spPr>
        <p:txBody>
          <a:bodyPr wrap="square" lIns="0" tIns="0" rIns="0" bIns="0">
            <a:noAutofit/>
          </a:bodyPr>
          <a:lstStyle>
            <a:defPPr algn="l">
              <a:defRPr sz="1350" u="none">
                <a:solidFill>
                  <a:srgbClr val="000000"/>
                </a:solidFill>
                <a:latin typeface="Noto Sans"/>
                <a:ea typeface="Noto Sans"/>
                <a:cs typeface="Noto Sans"/>
              </a:defRPr>
            </a:defPPr>
          </a:lstStyle>
          <a:p>
            <a:pPr algn="l">
              <a:defRPr sz="1350" u="none">
                <a:solidFill>
                  <a:srgbClr val="000000"/>
                </a:solidFill>
                <a:latin typeface="Noto Sans"/>
                <a:ea typeface="Noto Sans"/>
                <a:cs typeface="Noto Sans"/>
              </a:defRPr>
            </a:pPr>
            <a:r>
              <a:rPr sz="1350" u="none">
                <a:solidFill>
                  <a:srgbClr val="000000"/>
                </a:solidFill>
                <a:latin typeface="Noto Sans"/>
                <a:ea typeface="Noto Sans"/>
                <a:cs typeface="Noto Sans"/>
              </a:rPr>
              <a:t>해결 후 확인한 변화 입력</a:t>
            </a:r>
            <a:endParaRPr sz="1200"/>
          </a:p>
        </p:txBody>
      </p:sp>
      <p:sp>
        <p:nvSpPr>
          <p:cNvPr id="54" name="타원 53">
            <a:extLst>
              <a:ext uri="{FF2B5EF4-FFF2-40B4-BE49-F238E27FC236}">
                <ns2:creationId id="{534E3278-5A6A-8D3B-D705-DC33621AFD77}"/>
              </a:ext>
            </a:extLst>
          </p:cNvPr>
          <p:cNvSpPr>
            <a:spLocks noGrp="1"/>
          </p:cNvSpPr>
          <p:nvPr/>
        </p:nvSpPr>
        <p:spPr>
          <a:xfrm>
            <a:off x="6732324" y="4912864"/>
            <a:ext cx="92868" cy="9286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Ins="0" anchor="ctr"/>
          <a:lstStyle/>
          <a:p>
            <a:pPr algn="ctr">
              <a:buNone/>
            </a:pPr>
            <a:endParaRPr sz="1200"/>
          </a:p>
        </p:txBody>
      </p:sp>
      <p:sp>
        <p:nvSpPr>
          <p:cNvPr id="55" name="TextBox 54">
            <a:extLst>
              <a:ext uri="{FF2B5EF4-FFF2-40B4-BE49-F238E27FC236}">
                <ns2:creationId id="{B629AA75-4EFA-7057-C01E-E158078A5B76}"/>
              </a:ext>
            </a:extLst>
          </p:cNvPr>
          <p:cNvSpPr>
            <a:spLocks noGrp="1"/>
          </p:cNvSpPr>
          <p:nvPr/>
        </p:nvSpPr>
        <p:spPr>
          <a:xfrm flipH="1">
            <a:off x="7062311" y="4815840"/>
            <a:ext cx="4095750" cy="333375"/>
          </a:xfrm>
          <a:prstGeom prst="rect">
            <a:avLst/>
          </a:prstGeom>
          <a:noFill/>
        </p:spPr>
        <p:txBody>
          <a:bodyPr wrap="square" lIns="0" tIns="0" rIns="0" bIns="0">
            <a:noAutofit/>
          </a:bodyPr>
          <a:lstStyle>
            <a:defPPr algn="l">
              <a:defRPr sz="1350" u="none">
                <a:solidFill>
                  <a:srgbClr val="000000"/>
                </a:solidFill>
                <a:latin typeface="Noto Sans"/>
                <a:ea typeface="Noto Sans"/>
                <a:cs typeface="Noto Sans"/>
              </a:defRPr>
            </a:defPPr>
          </a:lstStyle>
          <a:p>
            <a:pPr algn="l">
              <a:defRPr sz="1350" u="none">
                <a:solidFill>
                  <a:srgbClr val="000000"/>
                </a:solidFill>
                <a:latin typeface="Noto Sans"/>
                <a:ea typeface="Noto Sans"/>
                <a:cs typeface="Noto Sans"/>
              </a:defRPr>
            </a:pPr>
            <a:r>
              <a:rPr sz="1350" u="none">
                <a:solidFill>
                  <a:srgbClr val="000000"/>
                </a:solidFill>
                <a:latin typeface="Noto Sans"/>
                <a:ea typeface="Noto Sans"/>
                <a:cs typeface="Noto Sans"/>
              </a:rPr>
              <a:t>남은 제약 입력</a:t>
            </a:r>
            <a:endParaRPr sz="1200"/>
          </a:p>
        </p:txBody>
      </p:sp>
      <p:sp>
        <p:nvSpPr>
          <p:cNvPr id="56" name="RoomPick Header Korean">
            <a:extLst>
              <a:ext uri="{FF2B5EF4-FFF2-40B4-BE49-F238E27FC236}">
                <ns2:creationId id="{8AF6A231-98CB-49AF-9565-A0796BAE939E}"/>
              </a:ext>
            </a:extLst>
          </p:cNvPr>
          <p:cNvSpPr>
            <a:spLocks noGrp="1"/>
          </p:cNvSpPr>
          <p:nvPr/>
        </p:nvSpPr>
        <p:spPr>
          <a:xfrm>
            <a:off x="952500" y="171450"/>
            <a:ext cx="350520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주요 선택과 해결 과정</a:t>
            </a:r>
          </a:p>
        </p:txBody>
      </p:sp>
      <p:sp>
        <p:nvSpPr>
          <p:cNvPr id="57" name="RoomPick Header English">
            <a:extLst>
              <a:ext uri="{FF2B5EF4-FFF2-40B4-BE49-F238E27FC236}">
                <ns2:creationId id="{4EAA8669-21D8-4950-AB5D-ACC25B69DB5C}"/>
              </a:ext>
            </a:extLst>
          </p:cNvPr>
          <p:cNvSpPr>
            <a:spLocks noGrp="1"/>
          </p:cNvSpPr>
          <p:nvPr/>
        </p:nvSpPr>
        <p:spPr>
          <a:xfrm>
            <a:off x="461010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Decisions</a:t>
            </a:r>
          </a:p>
        </p:txBody>
      </p:sp>
    </p:spTree>
    <p:extLst>
      <p:ext uri="{BB962C8B-B14F-4D97-AF65-F5344CB8AC3E}">
        <ns3:creationId val="1561885905"/>
      </p:ext>
    </p:extLst>
  </p:cSld>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sp>
        <p:nvSpPr>
          <p:cNvPr id="14" name="TextBox 13">
            <a:extLst>
              <a:ext uri="{FF2B5EF4-FFF2-40B4-BE49-F238E27FC236}">
                <ns2:creationId id="{B905F646-BFBD-D5E1-9FE5-83F0EA75393A}"/>
              </a:ext>
            </a:extLst>
          </p:cNvPr>
          <p:cNvSpPr>
            <a:spLocks noGrp="1"/>
          </p:cNvSpPr>
          <p:nvPr/>
        </p:nvSpPr>
        <p:spPr>
          <a:xfrm flipH="1">
            <a:off x="729329" y="2530412"/>
            <a:ext cx="10191750" cy="952500"/>
          </a:xfrm>
          <a:prstGeom prst="rect">
            <a:avLst/>
          </a:prstGeom>
          <a:noFill/>
        </p:spPr>
        <p:txBody>
          <a:bodyPr wrap="square" lIns="0" tIns="0" rIns="0" bIns="0">
            <a:noAutofit/>
          </a:bodyPr>
          <a:lstStyle>
            <a:defPPr algn="l">
              <a:defRPr sz="1425" u="none">
                <a:solidFill>
                  <a:srgbClr val="262626"/>
                </a:solidFill>
                <a:latin typeface="Noto Sans"/>
                <a:ea typeface="Noto Sans"/>
                <a:cs typeface="Noto Sans"/>
              </a:defRPr>
            </a:defPPr>
          </a:lstStyle>
          <a:p>
            <a:pPr algn="l">
              <a:lnSpc>
                <a:spcPct val="130000"/>
              </a:lnSpc>
              <a:buNone/>
              <a:defRPr sz="1425" u="none">
                <a:solidFill>
                  <a:srgbClr val="262626"/>
                </a:solidFill>
                <a:latin typeface="Noto Sans"/>
                <a:ea typeface="Noto Sans"/>
                <a:cs typeface="Noto Sans"/>
              </a:defRPr>
            </a:pPr>
            <a:r>
              <a:rPr sz="1425" u="none">
                <a:solidFill>
                  <a:srgbClr val="262626"/>
                </a:solidFill>
                <a:latin typeface="Noto Sans"/>
                <a:ea typeface="Noto Sans"/>
                <a:cs typeface="Noto Sans"/>
              </a:rPr>
              <a:t>검증 방법과 실제 확인 결과 입력</a:t>
            </a:r>
            <a:endParaRPr sz="1100">
              <a:solidFill>
                <a:schemeClr val="tx1">
                  <a:lumMod val="85000"/>
                  <a:lumOff val="15000"/>
                </a:schemeClr>
              </a:solidFill>
            </a:endParaRPr>
          </a:p>
          <a:p>
            <a:pPr algn="l">
              <a:lnSpc>
                <a:spcPct val="130000"/>
              </a:lnSpc>
              <a:buNone/>
              <a:defRPr sz="1425" u="none">
                <a:solidFill>
                  <a:srgbClr val="262626"/>
                </a:solidFill>
                <a:latin typeface="Noto Sans"/>
                <a:ea typeface="Noto Sans"/>
                <a:cs typeface="Noto Sans"/>
              </a:defRPr>
            </a:pPr>
            <a:r>
              <a:rPr sz="1425" u="none">
                <a:solidFill>
                  <a:srgbClr val="262626"/>
                </a:solidFill>
                <a:latin typeface="Noto Sans"/>
                <a:ea typeface="Noto Sans"/>
                <a:cs typeface="Noto Sans"/>
              </a:rPr>
              <a:t>실행 화면·테스트 결과·평가 자료를 함께 제시합니다.</a:t>
            </a:r>
            <a:endParaRPr sz="1100">
              <a:solidFill>
                <a:schemeClr val="tx1">
                  <a:lumMod val="85000"/>
                  <a:lumOff val="15000"/>
                </a:schemeClr>
              </a:solidFill>
            </a:endParaRPr>
          </a:p>
        </p:txBody>
      </p:sp>
      <p:sp>
        <p:nvSpPr>
          <p:cNvPr id="15" name="TextBox 14">
            <a:extLst>
              <a:ext uri="{FF2B5EF4-FFF2-40B4-BE49-F238E27FC236}">
                <ns2:creationId id="{4EF8FAE2-7957-CBD8-F6E5-E9D7F4A449DB}"/>
              </a:ext>
            </a:extLst>
          </p:cNvPr>
          <p:cNvSpPr>
            <a:spLocks noGrp="1"/>
          </p:cNvSpPr>
          <p:nvPr/>
        </p:nvSpPr>
        <p:spPr>
          <a:xfrm>
            <a:off x="744760" y="2108263"/>
            <a:ext cx="9525000" cy="342900"/>
          </a:xfrm>
          <a:prstGeom prst="rect">
            <a:avLst/>
          </a:prstGeom>
          <a:noFill/>
        </p:spPr>
        <p:txBody>
          <a:bodyPr wrap="square" lIns="0" tIns="0" rIns="0" bIns="0">
            <a:noAutofit/>
          </a:bodyPr>
          <a:lstStyle>
            <a:defPPr algn="l">
              <a:defRPr sz="1650" u="none">
                <a:solidFill>
                  <a:srgbClr val="262626"/>
                </a:solidFill>
                <a:latin typeface="나눔스퀘어 네오 ExtraBold"/>
                <a:ea typeface="나눔스퀘어 네오 ExtraBold"/>
                <a:cs typeface="나눔스퀘어 네오 ExtraBold"/>
              </a:defRPr>
            </a:defPPr>
          </a:lstStyle>
          <a:p>
            <a:pPr algn="l">
              <a:defRPr sz="1650" u="none">
                <a:solidFill>
                  <a:srgbClr val="262626"/>
                </a:solidFill>
                <a:latin typeface="나눔스퀘어 네오 ExtraBold"/>
                <a:ea typeface="나눔스퀘어 네오 ExtraBold"/>
                <a:cs typeface="나눔스퀘어 네오 ExtraBold"/>
              </a:defRPr>
            </a:pPr>
            <a:r>
              <a:rPr sz="1650" u="none">
                <a:solidFill>
                  <a:srgbClr val="262626"/>
                </a:solidFill>
                <a:latin typeface="나눔스퀘어 네오 ExtraBold"/>
                <a:ea typeface="나눔스퀘어 네오 ExtraBold"/>
                <a:cs typeface="나눔스퀘어 네오 ExtraBold"/>
              </a:rPr>
              <a:t>확인한 결과</a:t>
            </a:r>
          </a:p>
        </p:txBody>
      </p:sp>
      <p:sp>
        <p:nvSpPr>
          <p:cNvPr id="24" name="TextBox 23">
            <a:extLst>
              <a:ext uri="{FF2B5EF4-FFF2-40B4-BE49-F238E27FC236}">
                <ns2:creationId id="{4AF9027B-066A-6972-3CD3-B2EE8636CF91}"/>
              </a:ext>
            </a:extLst>
          </p:cNvPr>
          <p:cNvSpPr>
            <a:spLocks noGrp="1"/>
          </p:cNvSpPr>
          <p:nvPr/>
        </p:nvSpPr>
        <p:spPr>
          <a:xfrm flipH="1">
            <a:off x="729329" y="4266724"/>
            <a:ext cx="10191750" cy="952500"/>
          </a:xfrm>
          <a:prstGeom prst="rect">
            <a:avLst/>
          </a:prstGeom>
          <a:noFill/>
        </p:spPr>
        <p:txBody>
          <a:bodyPr wrap="square" lIns="0" tIns="0" rIns="0" bIns="0">
            <a:noAutofit/>
          </a:bodyPr>
          <a:lstStyle>
            <a:defPPr algn="l">
              <a:defRPr sz="1425" u="none">
                <a:solidFill>
                  <a:srgbClr val="262626"/>
                </a:solidFill>
                <a:latin typeface="Noto Sans"/>
                <a:ea typeface="Noto Sans"/>
                <a:cs typeface="Noto Sans"/>
              </a:defRPr>
            </a:defPPr>
          </a:lstStyle>
          <a:p>
            <a:pPr algn="l">
              <a:lnSpc>
                <a:spcPct val="130000"/>
              </a:lnSpc>
              <a:buNone/>
              <a:defRPr sz="1425" u="none">
                <a:solidFill>
                  <a:srgbClr val="262626"/>
                </a:solidFill>
                <a:latin typeface="Noto Sans"/>
                <a:ea typeface="Noto Sans"/>
                <a:cs typeface="Noto Sans"/>
              </a:defRPr>
            </a:pPr>
            <a:r>
              <a:rPr sz="1425" u="none">
                <a:solidFill>
                  <a:srgbClr val="262626"/>
                </a:solidFill>
                <a:latin typeface="Noto Sans"/>
                <a:ea typeface="Noto Sans"/>
                <a:cs typeface="Noto Sans"/>
              </a:rPr>
              <a:t>아직 확인하지 못한 부분과 적용 범위 입력</a:t>
            </a:r>
          </a:p>
          <a:p>
            <a:pPr algn="l">
              <a:lnSpc>
                <a:spcPct val="130000"/>
              </a:lnSpc>
              <a:buNone/>
              <a:defRPr sz="1425" u="none">
                <a:solidFill>
                  <a:srgbClr val="262626"/>
                </a:solidFill>
                <a:latin typeface="Noto Sans"/>
                <a:ea typeface="Noto Sans"/>
                <a:cs typeface="Noto Sans"/>
              </a:defRPr>
            </a:pPr>
            <a:r>
              <a:rPr sz="1425" u="none">
                <a:solidFill>
                  <a:srgbClr val="262626"/>
                </a:solidFill>
                <a:latin typeface="Noto Sans"/>
                <a:ea typeface="Noto Sans"/>
                <a:cs typeface="Noto Sans"/>
              </a:rPr>
              <a:t>다음 작업, 연결할 담당 영역과 완료 기준 입력</a:t>
            </a:r>
          </a:p>
        </p:txBody>
      </p:sp>
      <p:sp>
        <p:nvSpPr>
          <p:cNvPr id="25" name="TextBox 24">
            <a:extLst>
              <a:ext uri="{FF2B5EF4-FFF2-40B4-BE49-F238E27FC236}">
                <ns2:creationId id="{6FBBFBE8-958D-80EC-F9A8-99BFCE0BB777}"/>
              </a:ext>
            </a:extLst>
          </p:cNvPr>
          <p:cNvSpPr>
            <a:spLocks noGrp="1"/>
          </p:cNvSpPr>
          <p:nvPr/>
        </p:nvSpPr>
        <p:spPr>
          <a:xfrm>
            <a:off x="744760" y="3844576"/>
            <a:ext cx="9525000" cy="342900"/>
          </a:xfrm>
          <a:prstGeom prst="rect">
            <a:avLst/>
          </a:prstGeom>
          <a:noFill/>
        </p:spPr>
        <p:txBody>
          <a:bodyPr wrap="square" lIns="0" tIns="0" rIns="0" bIns="0">
            <a:noAutofit/>
          </a:bodyPr>
          <a:lstStyle>
            <a:defPPr algn="l">
              <a:defRPr sz="1650" u="none">
                <a:solidFill>
                  <a:srgbClr val="262626"/>
                </a:solidFill>
                <a:latin typeface="나눔스퀘어 네오 ExtraBold"/>
                <a:ea typeface="나눔스퀘어 네오 ExtraBold"/>
                <a:cs typeface="나눔스퀘어 네오 ExtraBold"/>
              </a:defRPr>
            </a:defPPr>
          </a:lstStyle>
          <a:p>
            <a:pPr algn="l">
              <a:defRPr sz="1650" u="none">
                <a:solidFill>
                  <a:srgbClr val="262626"/>
                </a:solidFill>
                <a:latin typeface="나눔스퀘어 네오 ExtraBold"/>
                <a:ea typeface="나눔스퀘어 네오 ExtraBold"/>
                <a:cs typeface="나눔스퀘어 네오 ExtraBold"/>
              </a:defRPr>
            </a:pPr>
            <a:r>
              <a:rPr sz="1650" u="none">
                <a:solidFill>
                  <a:srgbClr val="262626"/>
                </a:solidFill>
                <a:latin typeface="나눔스퀘어 네오 ExtraBold"/>
                <a:ea typeface="나눔스퀘어 네오 ExtraBold"/>
                <a:cs typeface="나눔스퀘어 네오 ExtraBold"/>
              </a:rPr>
              <a:t>현재 한계와 다음 작업</a:t>
            </a:r>
          </a:p>
        </p:txBody>
      </p:sp>
      <p:sp>
        <p:nvSpPr>
          <p:cNvPr id="17" name="직선 연결선 16">
            <a:extLst>
              <a:ext uri="{FF2B5EF4-FFF2-40B4-BE49-F238E27FC236}">
                <ns2:creationId id="{C4B71055-8221-4DBC-88F6-539D19C32142}"/>
              </a:ext>
            </a:extLst>
          </p:cNvPr>
          <p:cNvSpPr>
            <a:spLocks noGrp="1"/>
          </p:cNvSpPr>
          <p:nvPr/>
        </p:nvSpPr>
        <p:spPr>
          <a:xfrm rot="0" flipH="0" flipV="0">
            <a:off x="798951" y="1962808"/>
            <a:ext cx="10594099" cy="0"/>
          </a:xfrm>
          <a:prstGeom prst="line">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sp>
      <p:sp>
        <p:nvSpPr>
          <p:cNvPr id="18" name="직선 연결선 17">
            <a:extLst>
              <a:ext uri="{FF2B5EF4-FFF2-40B4-BE49-F238E27FC236}">
                <ns2:creationId id="{E58B1CE7-F903-4272-AF2D-B6C6B8E631D6}"/>
              </a:ext>
            </a:extLst>
          </p:cNvPr>
          <p:cNvSpPr>
            <a:spLocks noGrp="1"/>
          </p:cNvSpPr>
          <p:nvPr/>
        </p:nvSpPr>
        <p:spPr>
          <a:xfrm rot="0" flipH="0" flipV="0">
            <a:off x="798951" y="1962808"/>
            <a:ext cx="120844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sp>
      <p:sp>
        <p:nvSpPr>
          <p:cNvPr id="10" name="직선 연결선 9">
            <a:extLst>
              <a:ext uri="{FF2B5EF4-FFF2-40B4-BE49-F238E27FC236}">
                <ns2:creationId id="{AD54039C-3276-4958-BA1E-40E6E5F729BF}"/>
              </a:ext>
            </a:extLst>
          </p:cNvPr>
          <p:cNvSpPr>
            <a:spLocks noGrp="1"/>
          </p:cNvSpPr>
          <p:nvPr/>
        </p:nvSpPr>
        <p:spPr>
          <a:xfrm rot="0" flipH="0" flipV="0">
            <a:off x="798951" y="3688658"/>
            <a:ext cx="10594099" cy="0"/>
          </a:xfrm>
          <a:prstGeom prst="line">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sp>
      <p:sp>
        <p:nvSpPr>
          <p:cNvPr id="11" name="직선 연결선 10">
            <a:extLst>
              <a:ext uri="{FF2B5EF4-FFF2-40B4-BE49-F238E27FC236}">
                <ns2:creationId id="{CB17E3E6-69F3-4AEE-9B5B-EA85642CDA2F}"/>
              </a:ext>
            </a:extLst>
          </p:cNvPr>
          <p:cNvSpPr>
            <a:spLocks noGrp="1"/>
          </p:cNvSpPr>
          <p:nvPr/>
        </p:nvSpPr>
        <p:spPr>
          <a:xfrm rot="0" flipH="0" flipV="0">
            <a:off x="798951" y="3688658"/>
            <a:ext cx="120844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sp>
      <p:sp>
        <p:nvSpPr>
          <p:cNvPr id="26" name="RoomPick Header Korean">
            <a:extLst>
              <a:ext uri="{FF2B5EF4-FFF2-40B4-BE49-F238E27FC236}">
                <ns2:creationId id="{229A4BA7-7CF5-44F2-B1B6-F1586A367887}"/>
              </a:ext>
            </a:extLst>
          </p:cNvPr>
          <p:cNvSpPr>
            <a:spLocks noGrp="1"/>
          </p:cNvSpPr>
          <p:nvPr/>
        </p:nvSpPr>
        <p:spPr>
          <a:xfrm>
            <a:off x="952500" y="171450"/>
            <a:ext cx="350520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검증 결과와 다음 단계</a:t>
            </a:r>
          </a:p>
        </p:txBody>
      </p:sp>
      <p:sp>
        <p:nvSpPr>
          <p:cNvPr id="27" name="RoomPick Header English">
            <a:extLst>
              <a:ext uri="{FF2B5EF4-FFF2-40B4-BE49-F238E27FC236}">
                <ns2:creationId id="{CD304FDD-61C5-4719-8680-CED406DED9FD}"/>
              </a:ext>
            </a:extLst>
          </p:cNvPr>
          <p:cNvSpPr>
            <a:spLocks noGrp="1"/>
          </p:cNvSpPr>
          <p:nvPr/>
        </p:nvSpPr>
        <p:spPr>
          <a:xfrm>
            <a:off x="461010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Validation</a:t>
            </a:r>
          </a:p>
        </p:txBody>
      </p:sp>
    </p:spTree>
    <p:extLst>
      <p:ext uri="{BB962C8B-B14F-4D97-AF65-F5344CB8AC3E}">
        <ns3:creationId val="3660729021"/>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sp>
        <p:nvSpPr>
          <p:cNvPr id="131" name="TextBox 130">
            <a:extLst>
              <a:ext uri="{FF2B5EF4-FFF2-40B4-BE49-F238E27FC236}">
                <ns2:creationId id="{B26FB6F7-2A48-CF6B-098E-6DC5E864452B}"/>
              </a:ext>
            </a:extLst>
          </p:cNvPr>
          <p:cNvSpPr>
            <a:spLocks noGrp="1"/>
          </p:cNvSpPr>
          <p:nvPr/>
        </p:nvSpPr>
        <p:spPr>
          <a:xfrm>
            <a:off x="5819775" y="1047750"/>
            <a:ext cx="904875" cy="1009650"/>
          </a:xfrm>
          <a:prstGeom prst="rect">
            <a:avLst/>
          </a:prstGeom>
          <a:noFill/>
        </p:spPr>
        <p:txBody>
          <a:bodyPr wrap="square" lIns="0" tIns="0" rIns="0" bIns="0">
            <a:noAutofit/>
          </a:bodyPr>
          <a:lstStyle>
            <a:defPPr algn="l">
              <a:defRPr sz="6750" u="none">
                <a:solidFill>
                  <a:srgbClr val="000000"/>
                </a:solidFill>
                <a:latin typeface="HY견명조"/>
                <a:ea typeface="HY견명조"/>
                <a:cs typeface="HY견명조"/>
              </a:defRPr>
            </a:defPPr>
          </a:lstStyle>
          <a:p>
            <a:pPr algn="l">
              <a:lnSpc>
                <a:spcPct val="90000"/>
              </a:lnSpc>
              <a:buNone/>
              <a:defRPr sz="6750" u="none">
                <a:solidFill>
                  <a:srgbClr val="000000"/>
                </a:solidFill>
                <a:latin typeface="HY견명조"/>
                <a:ea typeface="HY견명조"/>
                <a:cs typeface="HY견명조"/>
              </a:defRPr>
            </a:pPr>
            <a:r>
              <a:rPr sz="6750" u="none">
                <a:solidFill>
                  <a:srgbClr val="000000"/>
                </a:solidFill>
                <a:latin typeface="HY견명조"/>
                <a:ea typeface="HY견명조"/>
                <a:cs typeface="HY견명조"/>
              </a:rPr>
              <a:t>“</a:t>
            </a:r>
            <a:endParaRPr sz="8000">
              <a:latin typeface="HY견명조"/>
              <a:ea typeface="HY견명조"/>
              <a:cs typeface="HY견명조"/>
            </a:endParaRPr>
          </a:p>
        </p:txBody>
      </p:sp>
      <p:sp>
        <p:nvSpPr>
          <p:cNvPr id="134" name="직사각형 133">
            <a:extLst>
              <a:ext uri="{FF2B5EF4-FFF2-40B4-BE49-F238E27FC236}">
                <ns2:creationId id="{593A3405-91DE-F5C4-084F-C1DB8324E010}"/>
              </a:ext>
            </a:extLst>
          </p:cNvPr>
          <p:cNvSpPr>
            <a:spLocks noGrp="1"/>
          </p:cNvSpPr>
          <p:nvPr/>
        </p:nvSpPr>
        <p:spPr>
          <a:xfrm>
            <a:off x="6407358" y="1561509"/>
            <a:ext cx="4628941" cy="22167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0" name="RoomPick Header Korean">
            <a:extLst>
              <a:ext uri="{FF2B5EF4-FFF2-40B4-BE49-F238E27FC236}">
                <ns2:creationId id="{DEAF3CB0-FDDE-4E2A-9261-1FCFAF790E8D}"/>
              </a:ext>
            </a:extLst>
          </p:cNvPr>
          <p:cNvSpPr>
            <a:spLocks noGrp="1"/>
          </p:cNvSpPr>
          <p:nvPr/>
        </p:nvSpPr>
        <p:spPr>
          <a:xfrm>
            <a:off x="952500" y="171450"/>
            <a:ext cx="160020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기대 효과</a:t>
            </a:r>
          </a:p>
        </p:txBody>
      </p:sp>
      <p:sp>
        <p:nvSpPr>
          <p:cNvPr id="141" name="RoomPick Header English">
            <a:extLst>
              <a:ext uri="{FF2B5EF4-FFF2-40B4-BE49-F238E27FC236}">
                <ns2:creationId id="{A03DE56F-C0A5-41C8-B1E2-798BA1AFA7BF}"/>
              </a:ext>
            </a:extLst>
          </p:cNvPr>
          <p:cNvSpPr>
            <a:spLocks noGrp="1"/>
          </p:cNvSpPr>
          <p:nvPr/>
        </p:nvSpPr>
        <p:spPr>
          <a:xfrm>
            <a:off x="270510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Expected Benefits</a:t>
            </a:r>
          </a:p>
        </p:txBody>
      </p:sp>
      <p:nvGrpSpPr>
        <p:cNvPr id="142" name=""/>
        <p:cNvGrpSpPr/>
        <p:nvPr/>
      </p:nvGrpSpPr>
      <p:sp>
        <p:nvSpPr>
          <p:cNvPr id="143" name="RoomPick Docs Content">
            <a:extLst>
              <a:ext uri="{FF2B5EF4-FFF2-40B4-BE49-F238E27FC236}">
                <ns2:creationId id="{706602F8-760E-4843-827B-B6C05A836392}"/>
              </a:ext>
            </a:extLst>
          </p:cNvPr>
          <p:cNvSpPr>
            <a:spLocks noGrp="1"/>
          </p:cNvSpPr>
          <p:nvPr/>
        </p:nvSpPr>
        <p:spPr>
          <a:xfrm>
            <a:off x="6419850" y="1476375"/>
            <a:ext cx="4572000" cy="1000125"/>
          </a:xfrm>
          <a:prstGeom prst="rect">
            <a:avLst/>
          </a:prstGeom>
          <a:noFill/>
          <a:ln w="0">
            <a:noFill/>
          </a:ln>
        </p:spPr>
        <p:txBody>
          <a:bodyPr lIns="0" tIns="0" rIns="0" bIns="0" anchor="t">
            <a:noAutofit/>
          </a:bodyPr>
          <a:lstStyle>
            <a:defPPr algn="l">
              <a:defRPr sz="2175" b="0">
                <a:solidFill>
                  <a:srgbClr val="262626"/>
                </a:solidFill>
                <a:latin typeface="Noto Sans"/>
                <a:ea typeface="Noto Sans"/>
                <a:cs typeface="Noto Sans"/>
              </a:defRPr>
            </a:defPPr>
          </a:lstStyle>
          <a:p>
            <a:pPr algn="l">
              <a:defRPr sz="2175" b="0">
                <a:solidFill>
                  <a:srgbClr val="262626"/>
                </a:solidFill>
                <a:latin typeface="Noto Sans"/>
                <a:ea typeface="Noto Sans"/>
                <a:cs typeface="Noto Sans"/>
              </a:defRPr>
            </a:pPr>
            <a:r>
              <a:rPr sz="2175" b="0">
                <a:solidFill>
                  <a:srgbClr val="262626"/>
                </a:solidFill>
                <a:latin typeface="Noto Sans"/>
                <a:ea typeface="Noto Sans"/>
                <a:cs typeface="Noto Sans"/>
              </a:rPr>
              <a:t>원하는 공간을 그린 뒤</a:t>
            </a:r>
          </a:p>
          <a:p>
            <a:pPr algn="l">
              <a:defRPr sz="2175" b="0">
                <a:solidFill>
                  <a:srgbClr val="262626"/>
                </a:solidFill>
                <a:latin typeface="Noto Sans"/>
                <a:ea typeface="Noto Sans"/>
                <a:cs typeface="Noto Sans"/>
              </a:defRPr>
            </a:pPr>
            <a:r>
              <a:rPr sz="2175" b="0">
                <a:solidFill>
                  <a:srgbClr val="262626"/>
                </a:solidFill>
                <a:latin typeface="Noto Sans"/>
                <a:ea typeface="Noto Sans"/>
                <a:cs typeface="Noto Sans"/>
              </a:rPr>
              <a:t>유사 상품을 비교하는 경험</a:t>
            </a:r>
          </a:p>
        </p:txBody>
      </p:sp>
      <p:sp>
        <p:nvSpPr>
          <p:cNvPr id="144" name="RoomPick Docs Content">
            <a:extLst>
              <a:ext uri="{FF2B5EF4-FFF2-40B4-BE49-F238E27FC236}">
                <ns2:creationId id="{A4682D7C-772D-48B6-8AB1-47CC88E6CF14}"/>
              </a:ext>
            </a:extLst>
          </p:cNvPr>
          <p:cNvSpPr>
            <a:spLocks noGrp="1"/>
          </p:cNvSpPr>
          <p:nvPr/>
        </p:nvSpPr>
        <p:spPr>
          <a:xfrm>
            <a:off x="809625" y="3476625"/>
            <a:ext cx="4810125" cy="381000"/>
          </a:xfrm>
          <a:prstGeom prst="rect">
            <a:avLst/>
          </a:prstGeom>
          <a:noFill/>
          <a:ln w="0">
            <a:noFill/>
          </a:ln>
        </p:spPr>
        <p:txBody>
          <a:bodyPr lIns="0" tIns="0" rIns="0" bIns="0" anchor="t">
            <a:noAutofit/>
          </a:bodyPr>
          <a:lstStyle>
            <a:defPPr algn="l">
              <a:defRPr sz="1725" b="1">
                <a:solidFill>
                  <a:srgbClr val="262626"/>
                </a:solidFill>
                <a:latin typeface="Noto Sans"/>
                <a:ea typeface="Noto Sans"/>
                <a:cs typeface="Noto Sans"/>
              </a:defRPr>
            </a:defPPr>
          </a:lstStyle>
          <a:p>
            <a:pPr algn="l">
              <a:defRPr sz="1725" b="1">
                <a:solidFill>
                  <a:srgbClr val="262626"/>
                </a:solidFill>
                <a:latin typeface="Noto Sans"/>
                <a:ea typeface="Noto Sans"/>
                <a:cs typeface="Noto Sans"/>
              </a:defRPr>
            </a:pPr>
            <a:r>
              <a:rPr sz="1725" b="1">
                <a:solidFill>
                  <a:srgbClr val="262626"/>
                </a:solidFill>
                <a:latin typeface="Noto Sans"/>
                <a:ea typeface="Noto Sans"/>
                <a:cs typeface="Noto Sans"/>
              </a:rPr>
              <a:t>사용자에게 기대하는 변화</a:t>
            </a:r>
          </a:p>
        </p:txBody>
      </p:sp>
      <p:sp>
        <p:nvSpPr>
          <p:cNvPr id="145" name="RoomPick Docs Content">
            <a:extLst>
              <a:ext uri="{FF2B5EF4-FFF2-40B4-BE49-F238E27FC236}">
                <ns2:creationId id="{F37921E8-108D-41E0-9EB6-8CFBA3702D64}"/>
              </a:ext>
            </a:extLst>
          </p:cNvPr>
          <p:cNvSpPr>
            <a:spLocks noGrp="1"/>
          </p:cNvSpPr>
          <p:nvPr/>
        </p:nvSpPr>
        <p:spPr>
          <a:xfrm>
            <a:off x="809625" y="4105275"/>
            <a:ext cx="5000625" cy="1285875"/>
          </a:xfrm>
          <a:prstGeom prst="rect">
            <a:avLst/>
          </a:prstGeom>
          <a:noFill/>
          <a:ln w="0">
            <a:noFill/>
          </a:ln>
        </p:spPr>
        <p:txBody>
          <a:bodyPr lIns="0" tIns="0" rIns="0" bIns="0" anchor="t">
            <a:noAutofit/>
          </a:bodyPr>
          <a:lstStyle>
            <a:defPPr algn="l">
              <a:defRPr sz="1500" b="0">
                <a:solidFill>
                  <a:srgbClr val="262626"/>
                </a:solidFill>
                <a:latin typeface="Noto Sans"/>
                <a:ea typeface="Noto Sans"/>
                <a:cs typeface="Noto Sans"/>
              </a:defRPr>
            </a:defPPr>
          </a:lstStyle>
          <a:p>
            <a:pPr algn="l">
              <a:defRPr sz="1500" b="0">
                <a:solidFill>
                  <a:srgbClr val="262626"/>
                </a:solidFill>
                <a:latin typeface="Noto Sans"/>
                <a:ea typeface="Noto Sans"/>
                <a:cs typeface="Noto Sans"/>
              </a:defRPr>
            </a:pPr>
            <a:r>
              <a:rPr sz="1500" b="0">
                <a:solidFill>
                  <a:srgbClr val="262626"/>
                </a:solidFill>
                <a:latin typeface="Noto Sans"/>
                <a:ea typeface="Noto Sans"/>
                <a:cs typeface="Noto Sans"/>
              </a:rPr>
              <a:t>검색어 대신 위치와 형태로 의도를 표현</a:t>
            </a:r>
          </a:p>
          <a:p>
            <a:pPr algn="l">
              <a:defRPr sz="1500" b="0">
                <a:solidFill>
                  <a:srgbClr val="262626"/>
                </a:solidFill>
                <a:latin typeface="Noto Sans"/>
                <a:ea typeface="Noto Sans"/>
                <a:cs typeface="Noto Sans"/>
              </a:defRPr>
            </a:pPr>
            <a:r>
              <a:rPr sz="1500" b="0">
                <a:solidFill>
                  <a:srgbClr val="262626"/>
                </a:solidFill>
                <a:latin typeface="Noto Sans"/>
                <a:ea typeface="Noto Sans"/>
                <a:cs typeface="Noto Sans"/>
              </a:rPr>
              <a:t>공간 예시에서 관심 물체를 직접 선택</a:t>
            </a:r>
          </a:p>
          <a:p>
            <a:pPr algn="l">
              <a:defRPr sz="1500" b="0">
                <a:solidFill>
                  <a:srgbClr val="262626"/>
                </a:solidFill>
                <a:latin typeface="Noto Sans"/>
                <a:ea typeface="Noto Sans"/>
                <a:cs typeface="Noto Sans"/>
              </a:defRPr>
            </a:pPr>
            <a:r>
              <a:rPr sz="1500" b="0">
                <a:solidFill>
                  <a:srgbClr val="262626"/>
                </a:solidFill>
                <a:latin typeface="Noto Sans"/>
                <a:ea typeface="Noto Sans"/>
                <a:cs typeface="Noto Sans"/>
              </a:rPr>
              <a:t>상품 정보와 검증된 링크로 비교 판단</a:t>
            </a:r>
          </a:p>
        </p:txBody>
      </p:sp>
      <p:sp>
        <p:nvSpPr>
          <p:cNvPr id="146" name="RoomPick Docs Content">
            <a:extLst>
              <a:ext uri="{FF2B5EF4-FFF2-40B4-BE49-F238E27FC236}">
                <ns2:creationId id="{04D784DF-9D18-4592-9116-974F6601625C}"/>
              </a:ext>
            </a:extLst>
          </p:cNvPr>
          <p:cNvSpPr>
            <a:spLocks noGrp="1"/>
          </p:cNvSpPr>
          <p:nvPr/>
        </p:nvSpPr>
        <p:spPr>
          <a:xfrm>
            <a:off x="6667500" y="3476625"/>
            <a:ext cx="4714875" cy="381000"/>
          </a:xfrm>
          <a:prstGeom prst="rect">
            <a:avLst/>
          </a:prstGeom>
          <a:noFill/>
          <a:ln w="0">
            <a:noFill/>
          </a:ln>
        </p:spPr>
        <p:txBody>
          <a:bodyPr lIns="0" tIns="0" rIns="0" bIns="0" anchor="t">
            <a:noAutofit/>
          </a:bodyPr>
          <a:lstStyle>
            <a:defPPr algn="l">
              <a:defRPr sz="1725" b="1">
                <a:solidFill>
                  <a:srgbClr val="262626"/>
                </a:solidFill>
                <a:latin typeface="Noto Sans"/>
                <a:ea typeface="Noto Sans"/>
                <a:cs typeface="Noto Sans"/>
              </a:defRPr>
            </a:defPPr>
          </a:lstStyle>
          <a:p>
            <a:pPr algn="l">
              <a:defRPr sz="1725" b="1">
                <a:solidFill>
                  <a:srgbClr val="262626"/>
                </a:solidFill>
                <a:latin typeface="Noto Sans"/>
                <a:ea typeface="Noto Sans"/>
                <a:cs typeface="Noto Sans"/>
              </a:defRPr>
            </a:pPr>
            <a:r>
              <a:rPr sz="1725" b="1">
                <a:solidFill>
                  <a:srgbClr val="262626"/>
                </a:solidFill>
                <a:latin typeface="Noto Sans"/>
                <a:ea typeface="Noto Sans"/>
                <a:cs typeface="Noto Sans"/>
              </a:rPr>
              <a:t>운영에서 확인할 효과</a:t>
            </a:r>
          </a:p>
        </p:txBody>
      </p:sp>
      <p:sp>
        <p:nvSpPr>
          <p:cNvPr id="147" name="RoomPick Docs Content">
            <a:extLst>
              <a:ext uri="{FF2B5EF4-FFF2-40B4-BE49-F238E27FC236}">
                <ns2:creationId id="{91CBB561-7307-4FD9-BFB0-7039425B5032}"/>
              </a:ext>
            </a:extLst>
          </p:cNvPr>
          <p:cNvSpPr>
            <a:spLocks noGrp="1"/>
          </p:cNvSpPr>
          <p:nvPr/>
        </p:nvSpPr>
        <p:spPr>
          <a:xfrm>
            <a:off x="6667500" y="4105275"/>
            <a:ext cx="4714875" cy="1285875"/>
          </a:xfrm>
          <a:prstGeom prst="rect">
            <a:avLst/>
          </a:prstGeom>
          <a:noFill/>
          <a:ln w="0">
            <a:noFill/>
          </a:ln>
        </p:spPr>
        <p:txBody>
          <a:bodyPr lIns="0" tIns="0" rIns="0" bIns="0" anchor="t">
            <a:noAutofit/>
          </a:bodyPr>
          <a:lstStyle>
            <a:defPPr algn="l">
              <a:defRPr sz="1500" b="0">
                <a:solidFill>
                  <a:srgbClr val="262626"/>
                </a:solidFill>
                <a:latin typeface="Noto Sans"/>
                <a:ea typeface="Noto Sans"/>
                <a:cs typeface="Noto Sans"/>
              </a:defRPr>
            </a:defPPr>
          </a:lstStyle>
          <a:p>
            <a:pPr algn="l">
              <a:defRPr sz="1500" b="0">
                <a:solidFill>
                  <a:srgbClr val="262626"/>
                </a:solidFill>
                <a:latin typeface="Noto Sans"/>
                <a:ea typeface="Noto Sans"/>
                <a:cs typeface="Noto Sans"/>
              </a:defRPr>
            </a:pPr>
            <a:r>
              <a:rPr sz="1500" b="0">
                <a:solidFill>
                  <a:srgbClr val="262626"/>
                </a:solidFill>
                <a:latin typeface="Noto Sans"/>
                <a:ea typeface="Noto Sans"/>
                <a:cs typeface="Noto Sans"/>
              </a:rPr>
              <a:t>품목 일치와 시각적 유사성</a:t>
            </a:r>
          </a:p>
          <a:p>
            <a:pPr algn="l">
              <a:defRPr sz="1500" b="0">
                <a:solidFill>
                  <a:srgbClr val="262626"/>
                </a:solidFill>
                <a:latin typeface="Noto Sans"/>
                <a:ea typeface="Noto Sans"/>
                <a:cs typeface="Noto Sans"/>
              </a:defRPr>
            </a:pPr>
            <a:r>
              <a:rPr sz="1500" b="0">
                <a:solidFill>
                  <a:srgbClr val="262626"/>
                </a:solidFill>
                <a:latin typeface="Noto Sans"/>
                <a:ea typeface="Noto Sans"/>
                <a:cs typeface="Noto Sans"/>
              </a:rPr>
              <a:t>실제 노출 이후의 선택·거절·링크 클릭</a:t>
            </a:r>
          </a:p>
          <a:p>
            <a:pPr algn="l">
              <a:defRPr sz="1500" b="0">
                <a:solidFill>
                  <a:srgbClr val="262626"/>
                </a:solidFill>
                <a:latin typeface="Noto Sans"/>
                <a:ea typeface="Noto Sans"/>
                <a:cs typeface="Noto Sans"/>
              </a:defRPr>
            </a:pPr>
            <a:r>
              <a:rPr sz="1500" b="0">
                <a:solidFill>
                  <a:srgbClr val="262626"/>
                </a:solidFill>
                <a:latin typeface="Noto Sans"/>
                <a:ea typeface="Noto Sans"/>
                <a:cs typeface="Noto Sans"/>
              </a:rPr>
              <a:t>기간·상품·카테고리별 반응</a:t>
            </a:r>
          </a:p>
        </p:txBody>
      </p:sp>
      <p:sp>
        <p:nvSpPr>
          <p:cNvPr id="148" name="RoomPick Docs Content">
            <a:extLst>
              <a:ext uri="{FF2B5EF4-FFF2-40B4-BE49-F238E27FC236}">
                <ns2:creationId id="{AE184622-E0FF-4EC7-AA3F-7DDB17293933}"/>
              </a:ext>
            </a:extLst>
          </p:cNvPr>
          <p:cNvSpPr>
            <a:spLocks noGrp="1"/>
          </p:cNvSpPr>
          <p:nvPr/>
        </p:nvSpPr>
        <p:spPr>
          <a:xfrm>
            <a:off x="809625" y="5886450"/>
            <a:ext cx="10572750" cy="352425"/>
          </a:xfrm>
          <a:prstGeom prst="rect">
            <a:avLst/>
          </a:prstGeom>
          <a:noFill/>
          <a:ln w="0">
            <a:noFill/>
          </a:ln>
        </p:spPr>
        <p:txBody>
          <a:bodyPr lIns="0" tIns="0" rIns="0" bIns="0" anchor="t">
            <a:noAutofit/>
          </a:bodyPr>
          <a:lstStyle>
            <a:defPPr algn="l">
              <a:defRPr sz="1275" b="0">
                <a:solidFill>
                  <a:srgbClr val="808080"/>
                </a:solidFill>
                <a:latin typeface="Noto Sans"/>
                <a:ea typeface="Noto Sans"/>
                <a:cs typeface="Noto Sans"/>
              </a:defRPr>
            </a:defPPr>
          </a:lstStyle>
          <a:p>
            <a:pPr algn="l">
              <a:defRPr sz="1275" b="0">
                <a:solidFill>
                  <a:srgbClr val="808080"/>
                </a:solidFill>
                <a:latin typeface="Noto Sans"/>
                <a:ea typeface="Noto Sans"/>
                <a:cs typeface="Noto Sans"/>
              </a:defRPr>
            </a:pPr>
            <a:r>
              <a:rPr sz="1275" b="0">
                <a:solidFill>
                  <a:srgbClr val="808080"/>
                </a:solidFill>
                <a:latin typeface="Noto Sans"/>
                <a:ea typeface="Noto Sans"/>
                <a:cs typeface="Noto Sans"/>
              </a:rPr>
              <a:t>기대 효과와 검증 지표이며, 측정 완료한 성과 수치는 아닙니다.</a:t>
            </a:r>
          </a:p>
        </p:txBody>
      </p:sp>
    </p:spTree>
    <p:extLst>
      <p:ext uri="{BB962C8B-B14F-4D97-AF65-F5344CB8AC3E}">
        <ns3:creationId val="3495256290"/>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sp>
        <p:nvSpPr>
          <p:cNvPr id="17" name="사각형: 둥근 위쪽 모서리 16">
            <a:extLst>
              <a:ext uri="{FF2B5EF4-FFF2-40B4-BE49-F238E27FC236}">
                <ns2:creationId id="{D0177D65-A852-A353-D3B4-85158AA22946}"/>
              </a:ext>
            </a:extLst>
          </p:cNvPr>
          <p:cNvSpPr>
            <a:spLocks noGrp="1"/>
          </p:cNvSpPr>
          <p:nvPr/>
        </p:nvSpPr>
        <p:spPr>
          <a:xfrm rot="5400000">
            <a:off x="-556397" y="1851891"/>
            <a:ext cx="4616878" cy="3493613"/>
          </a:xfrm>
          <a:prstGeom prst="round2SameRect">
            <a:avLst>
              <a:gd name="adj1" fmla="val 7724"/>
              <a:gd name="adj2"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8" name="직선 연결선 27">
            <a:extLst>
              <a:ext uri="{FF2B5EF4-FFF2-40B4-BE49-F238E27FC236}">
                <ns2:creationId id="{090BC06E-6489-422C-B12E-A1332CE78ED7}"/>
              </a:ext>
            </a:extLst>
          </p:cNvPr>
          <p:cNvSpPr>
            <a:spLocks noGrp="1"/>
          </p:cNvSpPr>
          <p:nvPr/>
        </p:nvSpPr>
        <p:spPr>
          <a:xfrm rot="0" flipH="0" flipV="0">
            <a:off x="4558369" y="2808141"/>
            <a:ext cx="5976280" cy="0"/>
          </a:xfrm>
          <a:prstGeom prst="line">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sp>
      <p:sp>
        <p:nvSpPr>
          <p:cNvPr id="29" name="직선 연결선 28">
            <a:extLst>
              <a:ext uri="{FF2B5EF4-FFF2-40B4-BE49-F238E27FC236}">
                <ns2:creationId id="{DAC4D0A6-807D-4DA8-A4C0-1003B0FF9B44}"/>
              </a:ext>
            </a:extLst>
          </p:cNvPr>
          <p:cNvSpPr>
            <a:spLocks noGrp="1"/>
          </p:cNvSpPr>
          <p:nvPr/>
        </p:nvSpPr>
        <p:spPr>
          <a:xfrm rot="0" flipH="0" flipV="0">
            <a:off x="4558369" y="2808141"/>
            <a:ext cx="950814"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sp>
      <p:sp>
        <p:nvSpPr>
          <p:cNvPr id="39" name="Freeform 6">
            <a:extLst>
              <a:ext uri="{FF2B5EF4-FFF2-40B4-BE49-F238E27FC236}">
                <ns2:creationId id="{835956F1-45E8-6D6A-E272-46D4A4098E85}"/>
              </a:ext>
            </a:extLst>
          </p:cNvPr>
          <p:cNvSpPr>
            <a:spLocks noGrp="1"/>
          </p:cNvSpPr>
          <p:nvPr/>
        </p:nvSpPr>
        <p:spPr>
          <a:xfrm rot="0" flipH="0" flipV="0">
            <a:off x="7304794" y="2512142"/>
            <a:ext cx="140404" cy="178263"/>
          </a:xfrm>
          <a:custGeom>
            <a:gdLst>
              <a:gd name="T0" fmla="*/ 113 w 158"/>
              <a:gd name="T1" fmla="*/ 202 h 202"/>
              <a:gd name="T2" fmla="*/ 4 w 158"/>
              <a:gd name="T3" fmla="*/ 202 h 202"/>
              <a:gd name="T4" fmla="*/ 0 w 158"/>
              <a:gd name="T5" fmla="*/ 198 h 202"/>
              <a:gd name="T6" fmla="*/ 0 w 158"/>
              <a:gd name="T7" fmla="*/ 4 h 202"/>
              <a:gd name="T8" fmla="*/ 4 w 158"/>
              <a:gd name="T9" fmla="*/ 0 h 202"/>
              <a:gd name="T10" fmla="*/ 154 w 158"/>
              <a:gd name="T11" fmla="*/ 0 h 202"/>
              <a:gd name="T12" fmla="*/ 158 w 158"/>
              <a:gd name="T13" fmla="*/ 4 h 202"/>
              <a:gd name="T14" fmla="*/ 158 w 158"/>
              <a:gd name="T15" fmla="*/ 157 h 202"/>
              <a:gd name="T16" fmla="*/ 156 w 158"/>
              <a:gd name="T17" fmla="*/ 160 h 202"/>
              <a:gd name="T18" fmla="*/ 116 w 158"/>
              <a:gd name="T19" fmla="*/ 201 h 202"/>
              <a:gd name="T20" fmla="*/ 113 w 158"/>
              <a:gd name="T21" fmla="*/ 202 h 202"/>
              <a:gd name="T22" fmla="*/ 8 w 158"/>
              <a:gd name="T23" fmla="*/ 194 h 202"/>
              <a:gd name="T24" fmla="*/ 111 w 158"/>
              <a:gd name="T25" fmla="*/ 194 h 202"/>
              <a:gd name="T26" fmla="*/ 150 w 158"/>
              <a:gd name="T27" fmla="*/ 156 h 202"/>
              <a:gd name="T28" fmla="*/ 150 w 158"/>
              <a:gd name="T29" fmla="*/ 8 h 202"/>
              <a:gd name="T30" fmla="*/ 8 w 158"/>
              <a:gd name="T31" fmla="*/ 8 h 202"/>
              <a:gd name="T32" fmla="*/ 8 w 158"/>
              <a:gd name="T33" fmla="*/ 194 h 202"/>
            </a:gdLst>
            <a:rect l="0" t="0" r="r" b="b"/>
            <a:pathLst>
              <a:path w="158" h="202">
                <a:moveTo>
                  <a:pt x="113" y="202"/>
                </a:moveTo>
                <a:cubicBezTo>
                  <a:pt x="4" y="202"/>
                  <a:pt x="4" y="202"/>
                  <a:pt x="4" y="202"/>
                </a:cubicBezTo>
                <a:cubicBezTo>
                  <a:pt x="2" y="202"/>
                  <a:pt x="0" y="200"/>
                  <a:pt x="0" y="198"/>
                </a:cubicBezTo>
                <a:cubicBezTo>
                  <a:pt x="0" y="4"/>
                  <a:pt x="0" y="4"/>
                  <a:pt x="0" y="4"/>
                </a:cubicBezTo>
                <a:cubicBezTo>
                  <a:pt x="0" y="2"/>
                  <a:pt x="2" y="0"/>
                  <a:pt x="4" y="0"/>
                </a:cubicBezTo>
                <a:cubicBezTo>
                  <a:pt x="154" y="0"/>
                  <a:pt x="154" y="0"/>
                  <a:pt x="154" y="0"/>
                </a:cubicBezTo>
                <a:cubicBezTo>
                  <a:pt x="156" y="0"/>
                  <a:pt x="158" y="2"/>
                  <a:pt x="158" y="4"/>
                </a:cubicBezTo>
                <a:cubicBezTo>
                  <a:pt x="158" y="157"/>
                  <a:pt x="158" y="157"/>
                  <a:pt x="158" y="157"/>
                </a:cubicBezTo>
                <a:cubicBezTo>
                  <a:pt x="158" y="158"/>
                  <a:pt x="157" y="159"/>
                  <a:pt x="156" y="160"/>
                </a:cubicBezTo>
                <a:cubicBezTo>
                  <a:pt x="116" y="201"/>
                  <a:pt x="116" y="201"/>
                  <a:pt x="116" y="201"/>
                </a:cubicBezTo>
                <a:cubicBezTo>
                  <a:pt x="115" y="201"/>
                  <a:pt x="114" y="202"/>
                  <a:pt x="113" y="202"/>
                </a:cubicBezTo>
                <a:close/>
                <a:moveTo>
                  <a:pt x="8" y="194"/>
                </a:moveTo>
                <a:cubicBezTo>
                  <a:pt x="111" y="194"/>
                  <a:pt x="111" y="194"/>
                  <a:pt x="111" y="194"/>
                </a:cubicBezTo>
                <a:cubicBezTo>
                  <a:pt x="150" y="156"/>
                  <a:pt x="150" y="156"/>
                  <a:pt x="150" y="156"/>
                </a:cubicBezTo>
                <a:cubicBezTo>
                  <a:pt x="150" y="8"/>
                  <a:pt x="150" y="8"/>
                  <a:pt x="150" y="8"/>
                </a:cubicBezTo>
                <a:cubicBezTo>
                  <a:pt x="8" y="8"/>
                  <a:pt x="8" y="8"/>
                  <a:pt x="8" y="8"/>
                </a:cubicBezTo>
                <a:lnTo>
                  <a:pt x="8" y="194"/>
                </a:ln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40" name="Freeform 8">
            <a:extLst>
              <a:ext uri="{FF2B5EF4-FFF2-40B4-BE49-F238E27FC236}">
                <ns2:creationId id="{8E6FCD1C-B8E3-1393-80A1-F58BBE87C42D}"/>
              </a:ext>
            </a:extLst>
          </p:cNvPr>
          <p:cNvSpPr>
            <a:spLocks noGrp="1"/>
          </p:cNvSpPr>
          <p:nvPr/>
        </p:nvSpPr>
        <p:spPr>
          <a:xfrm rot="0" flipH="0" flipV="0">
            <a:off x="7401828" y="2647402"/>
            <a:ext cx="43371" cy="43003"/>
          </a:xfrm>
          <a:custGeom>
            <a:gdLst>
              <a:gd name="T0" fmla="*/ 4 w 49"/>
              <a:gd name="T1" fmla="*/ 49 h 49"/>
              <a:gd name="T2" fmla="*/ 3 w 49"/>
              <a:gd name="T3" fmla="*/ 48 h 49"/>
              <a:gd name="T4" fmla="*/ 0 w 49"/>
              <a:gd name="T5" fmla="*/ 45 h 49"/>
              <a:gd name="T6" fmla="*/ 0 w 49"/>
              <a:gd name="T7" fmla="*/ 4 h 49"/>
              <a:gd name="T8" fmla="*/ 4 w 49"/>
              <a:gd name="T9" fmla="*/ 0 h 49"/>
              <a:gd name="T10" fmla="*/ 45 w 49"/>
              <a:gd name="T11" fmla="*/ 0 h 49"/>
              <a:gd name="T12" fmla="*/ 48 w 49"/>
              <a:gd name="T13" fmla="*/ 3 h 49"/>
              <a:gd name="T14" fmla="*/ 47 w 49"/>
              <a:gd name="T15" fmla="*/ 7 h 49"/>
              <a:gd name="T16" fmla="*/ 7 w 49"/>
              <a:gd name="T17" fmla="*/ 48 h 49"/>
              <a:gd name="T18" fmla="*/ 4 w 49"/>
              <a:gd name="T19" fmla="*/ 49 h 49"/>
              <a:gd name="T20" fmla="*/ 8 w 49"/>
              <a:gd name="T21" fmla="*/ 8 h 49"/>
              <a:gd name="T22" fmla="*/ 8 w 49"/>
              <a:gd name="T23" fmla="*/ 35 h 49"/>
              <a:gd name="T24" fmla="*/ 35 w 49"/>
              <a:gd name="T25" fmla="*/ 8 h 49"/>
              <a:gd name="T26" fmla="*/ 8 w 49"/>
              <a:gd name="T27" fmla="*/ 8 h 49"/>
            </a:gdLst>
            <a:rect l="0" t="0" r="r" b="b"/>
            <a:pathLst>
              <a:path w="49" h="49">
                <a:moveTo>
                  <a:pt x="4" y="49"/>
                </a:moveTo>
                <a:cubicBezTo>
                  <a:pt x="4" y="49"/>
                  <a:pt x="3" y="49"/>
                  <a:pt x="3" y="48"/>
                </a:cubicBezTo>
                <a:cubicBezTo>
                  <a:pt x="1" y="48"/>
                  <a:pt x="0" y="46"/>
                  <a:pt x="0" y="45"/>
                </a:cubicBezTo>
                <a:cubicBezTo>
                  <a:pt x="0" y="4"/>
                  <a:pt x="0" y="4"/>
                  <a:pt x="0" y="4"/>
                </a:cubicBezTo>
                <a:cubicBezTo>
                  <a:pt x="0" y="2"/>
                  <a:pt x="2" y="0"/>
                  <a:pt x="4" y="0"/>
                </a:cubicBezTo>
                <a:cubicBezTo>
                  <a:pt x="45" y="0"/>
                  <a:pt x="45" y="0"/>
                  <a:pt x="45" y="0"/>
                </a:cubicBezTo>
                <a:cubicBezTo>
                  <a:pt x="46" y="0"/>
                  <a:pt x="48" y="1"/>
                  <a:pt x="48" y="3"/>
                </a:cubicBezTo>
                <a:cubicBezTo>
                  <a:pt x="49" y="4"/>
                  <a:pt x="49" y="6"/>
                  <a:pt x="47" y="7"/>
                </a:cubicBezTo>
                <a:cubicBezTo>
                  <a:pt x="7" y="48"/>
                  <a:pt x="7" y="48"/>
                  <a:pt x="7" y="48"/>
                </a:cubicBezTo>
                <a:cubicBezTo>
                  <a:pt x="6" y="48"/>
                  <a:pt x="5" y="49"/>
                  <a:pt x="4" y="49"/>
                </a:cubicBezTo>
                <a:close/>
                <a:moveTo>
                  <a:pt x="8" y="8"/>
                </a:moveTo>
                <a:cubicBezTo>
                  <a:pt x="8" y="35"/>
                  <a:pt x="8" y="35"/>
                  <a:pt x="8" y="35"/>
                </a:cubicBezTo>
                <a:cubicBezTo>
                  <a:pt x="35" y="8"/>
                  <a:pt x="35" y="8"/>
                  <a:pt x="35" y="8"/>
                </a:cubicBezTo>
                <a:lnTo>
                  <a:pt x="8" y="8"/>
                </a:ln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41" name="Freeform 10">
            <a:extLst>
              <a:ext uri="{FF2B5EF4-FFF2-40B4-BE49-F238E27FC236}">
                <ns2:creationId id="{6A36186C-E99C-3F64-6C9A-7D179B6B2BCA}"/>
              </a:ext>
            </a:extLst>
          </p:cNvPr>
          <p:cNvSpPr>
            <a:spLocks noGrp="1"/>
          </p:cNvSpPr>
          <p:nvPr/>
        </p:nvSpPr>
        <p:spPr>
          <a:xfrm rot="0" flipH="0" flipV="0">
            <a:off x="7324642" y="2541942"/>
            <a:ext cx="101812" cy="4410"/>
          </a:xfrm>
          <a:custGeom>
            <a:gdLst>
              <a:gd name="T0" fmla="*/ 111 w 115"/>
              <a:gd name="T1" fmla="*/ 5 h 5"/>
              <a:gd name="T2" fmla="*/ 4 w 115"/>
              <a:gd name="T3" fmla="*/ 5 h 5"/>
              <a:gd name="T4" fmla="*/ 0 w 115"/>
              <a:gd name="T5" fmla="*/ 2 h 5"/>
              <a:gd name="T6" fmla="*/ 4 w 115"/>
              <a:gd name="T7" fmla="*/ 0 h 5"/>
              <a:gd name="T8" fmla="*/ 111 w 115"/>
              <a:gd name="T9" fmla="*/ 0 h 5"/>
              <a:gd name="T10" fmla="*/ 115 w 115"/>
              <a:gd name="T11" fmla="*/ 2 h 5"/>
              <a:gd name="T12" fmla="*/ 111 w 115"/>
              <a:gd name="T13" fmla="*/ 5 h 5"/>
            </a:gdLst>
            <a:rect l="0" t="0" r="r" b="b"/>
            <a:pathLst>
              <a:path w="115" h="5">
                <a:moveTo>
                  <a:pt x="111" y="5"/>
                </a:moveTo>
                <a:cubicBezTo>
                  <a:pt x="4" y="5"/>
                  <a:pt x="4" y="5"/>
                  <a:pt x="4" y="5"/>
                </a:cubicBezTo>
                <a:cubicBezTo>
                  <a:pt x="2" y="5"/>
                  <a:pt x="0" y="5"/>
                  <a:pt x="0" y="2"/>
                </a:cubicBezTo>
                <a:cubicBezTo>
                  <a:pt x="0" y="0"/>
                  <a:pt x="2" y="0"/>
                  <a:pt x="4" y="0"/>
                </a:cubicBezTo>
                <a:cubicBezTo>
                  <a:pt x="111" y="0"/>
                  <a:pt x="111" y="0"/>
                  <a:pt x="111" y="0"/>
                </a:cubicBezTo>
                <a:cubicBezTo>
                  <a:pt x="113" y="0"/>
                  <a:pt x="115" y="0"/>
                  <a:pt x="115" y="2"/>
                </a:cubicBezTo>
                <a:cubicBezTo>
                  <a:pt x="115" y="5"/>
                  <a:pt x="113" y="5"/>
                  <a:pt x="111" y="5"/>
                </a:cubicBez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42" name="Freeform 10">
            <a:extLst>
              <a:ext uri="{FF2B5EF4-FFF2-40B4-BE49-F238E27FC236}">
                <ns2:creationId id="{E8CA7698-D0B1-C56A-D6CE-B24ADC0A02D0}"/>
              </a:ext>
            </a:extLst>
          </p:cNvPr>
          <p:cNvSpPr>
            <a:spLocks noGrp="1"/>
          </p:cNvSpPr>
          <p:nvPr/>
        </p:nvSpPr>
        <p:spPr>
          <a:xfrm rot="0" flipH="0" flipV="0">
            <a:off x="7324642" y="2560071"/>
            <a:ext cx="101812" cy="4410"/>
          </a:xfrm>
          <a:custGeom>
            <a:gdLst>
              <a:gd name="T0" fmla="*/ 111 w 115"/>
              <a:gd name="T1" fmla="*/ 5 h 5"/>
              <a:gd name="T2" fmla="*/ 4 w 115"/>
              <a:gd name="T3" fmla="*/ 5 h 5"/>
              <a:gd name="T4" fmla="*/ 0 w 115"/>
              <a:gd name="T5" fmla="*/ 2 h 5"/>
              <a:gd name="T6" fmla="*/ 4 w 115"/>
              <a:gd name="T7" fmla="*/ 0 h 5"/>
              <a:gd name="T8" fmla="*/ 111 w 115"/>
              <a:gd name="T9" fmla="*/ 0 h 5"/>
              <a:gd name="T10" fmla="*/ 115 w 115"/>
              <a:gd name="T11" fmla="*/ 2 h 5"/>
              <a:gd name="T12" fmla="*/ 111 w 115"/>
              <a:gd name="T13" fmla="*/ 5 h 5"/>
            </a:gdLst>
            <a:rect l="0" t="0" r="r" b="b"/>
            <a:pathLst>
              <a:path w="115" h="5">
                <a:moveTo>
                  <a:pt x="111" y="5"/>
                </a:moveTo>
                <a:cubicBezTo>
                  <a:pt x="4" y="5"/>
                  <a:pt x="4" y="5"/>
                  <a:pt x="4" y="5"/>
                </a:cubicBezTo>
                <a:cubicBezTo>
                  <a:pt x="2" y="5"/>
                  <a:pt x="0" y="5"/>
                  <a:pt x="0" y="2"/>
                </a:cubicBezTo>
                <a:cubicBezTo>
                  <a:pt x="0" y="0"/>
                  <a:pt x="2" y="0"/>
                  <a:pt x="4" y="0"/>
                </a:cubicBezTo>
                <a:cubicBezTo>
                  <a:pt x="111" y="0"/>
                  <a:pt x="111" y="0"/>
                  <a:pt x="111" y="0"/>
                </a:cubicBezTo>
                <a:cubicBezTo>
                  <a:pt x="113" y="0"/>
                  <a:pt x="115" y="0"/>
                  <a:pt x="115" y="2"/>
                </a:cubicBezTo>
                <a:cubicBezTo>
                  <a:pt x="115" y="5"/>
                  <a:pt x="113" y="5"/>
                  <a:pt x="111" y="5"/>
                </a:cubicBez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43" name="Freeform 10">
            <a:extLst>
              <a:ext uri="{FF2B5EF4-FFF2-40B4-BE49-F238E27FC236}">
                <ns2:creationId id="{E5D3686D-CB9E-5859-3A79-878652A287EC}"/>
              </a:ext>
            </a:extLst>
          </p:cNvPr>
          <p:cNvSpPr>
            <a:spLocks noGrp="1"/>
          </p:cNvSpPr>
          <p:nvPr/>
        </p:nvSpPr>
        <p:spPr>
          <a:xfrm rot="0" flipH="0" flipV="0">
            <a:off x="7324642" y="2578199"/>
            <a:ext cx="101812" cy="4410"/>
          </a:xfrm>
          <a:custGeom>
            <a:gdLst>
              <a:gd name="T0" fmla="*/ 111 w 115"/>
              <a:gd name="T1" fmla="*/ 5 h 5"/>
              <a:gd name="T2" fmla="*/ 4 w 115"/>
              <a:gd name="T3" fmla="*/ 5 h 5"/>
              <a:gd name="T4" fmla="*/ 0 w 115"/>
              <a:gd name="T5" fmla="*/ 2 h 5"/>
              <a:gd name="T6" fmla="*/ 4 w 115"/>
              <a:gd name="T7" fmla="*/ 0 h 5"/>
              <a:gd name="T8" fmla="*/ 111 w 115"/>
              <a:gd name="T9" fmla="*/ 0 h 5"/>
              <a:gd name="T10" fmla="*/ 115 w 115"/>
              <a:gd name="T11" fmla="*/ 2 h 5"/>
              <a:gd name="T12" fmla="*/ 111 w 115"/>
              <a:gd name="T13" fmla="*/ 5 h 5"/>
            </a:gdLst>
            <a:rect l="0" t="0" r="r" b="b"/>
            <a:pathLst>
              <a:path w="115" h="5">
                <a:moveTo>
                  <a:pt x="111" y="5"/>
                </a:moveTo>
                <a:cubicBezTo>
                  <a:pt x="4" y="5"/>
                  <a:pt x="4" y="5"/>
                  <a:pt x="4" y="5"/>
                </a:cubicBezTo>
                <a:cubicBezTo>
                  <a:pt x="2" y="5"/>
                  <a:pt x="0" y="5"/>
                  <a:pt x="0" y="2"/>
                </a:cubicBezTo>
                <a:cubicBezTo>
                  <a:pt x="0" y="0"/>
                  <a:pt x="2" y="0"/>
                  <a:pt x="4" y="0"/>
                </a:cubicBezTo>
                <a:cubicBezTo>
                  <a:pt x="111" y="0"/>
                  <a:pt x="111" y="0"/>
                  <a:pt x="111" y="0"/>
                </a:cubicBezTo>
                <a:cubicBezTo>
                  <a:pt x="113" y="0"/>
                  <a:pt x="115" y="0"/>
                  <a:pt x="115" y="2"/>
                </a:cubicBezTo>
                <a:cubicBezTo>
                  <a:pt x="115" y="5"/>
                  <a:pt x="113" y="5"/>
                  <a:pt x="111" y="5"/>
                </a:cubicBez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44" name="Freeform 10">
            <a:extLst>
              <a:ext uri="{FF2B5EF4-FFF2-40B4-BE49-F238E27FC236}">
                <ns2:creationId id="{0E14900C-35BA-2558-8B03-07679B149331}"/>
              </a:ext>
            </a:extLst>
          </p:cNvPr>
          <p:cNvSpPr>
            <a:spLocks noGrp="1"/>
          </p:cNvSpPr>
          <p:nvPr/>
        </p:nvSpPr>
        <p:spPr>
          <a:xfrm rot="0" flipH="0" flipV="0">
            <a:off x="7324642" y="2596328"/>
            <a:ext cx="101812" cy="4410"/>
          </a:xfrm>
          <a:custGeom>
            <a:gdLst>
              <a:gd name="T0" fmla="*/ 111 w 115"/>
              <a:gd name="T1" fmla="*/ 5 h 5"/>
              <a:gd name="T2" fmla="*/ 4 w 115"/>
              <a:gd name="T3" fmla="*/ 5 h 5"/>
              <a:gd name="T4" fmla="*/ 0 w 115"/>
              <a:gd name="T5" fmla="*/ 2 h 5"/>
              <a:gd name="T6" fmla="*/ 4 w 115"/>
              <a:gd name="T7" fmla="*/ 0 h 5"/>
              <a:gd name="T8" fmla="*/ 111 w 115"/>
              <a:gd name="T9" fmla="*/ 0 h 5"/>
              <a:gd name="T10" fmla="*/ 115 w 115"/>
              <a:gd name="T11" fmla="*/ 2 h 5"/>
              <a:gd name="T12" fmla="*/ 111 w 115"/>
              <a:gd name="T13" fmla="*/ 5 h 5"/>
            </a:gdLst>
            <a:rect l="0" t="0" r="r" b="b"/>
            <a:pathLst>
              <a:path w="115" h="5">
                <a:moveTo>
                  <a:pt x="111" y="5"/>
                </a:moveTo>
                <a:cubicBezTo>
                  <a:pt x="4" y="5"/>
                  <a:pt x="4" y="5"/>
                  <a:pt x="4" y="5"/>
                </a:cubicBezTo>
                <a:cubicBezTo>
                  <a:pt x="2" y="5"/>
                  <a:pt x="0" y="5"/>
                  <a:pt x="0" y="2"/>
                </a:cubicBezTo>
                <a:cubicBezTo>
                  <a:pt x="0" y="0"/>
                  <a:pt x="2" y="0"/>
                  <a:pt x="4" y="0"/>
                </a:cubicBezTo>
                <a:cubicBezTo>
                  <a:pt x="111" y="0"/>
                  <a:pt x="111" y="0"/>
                  <a:pt x="111" y="0"/>
                </a:cubicBezTo>
                <a:cubicBezTo>
                  <a:pt x="113" y="0"/>
                  <a:pt x="115" y="0"/>
                  <a:pt x="115" y="2"/>
                </a:cubicBezTo>
                <a:cubicBezTo>
                  <a:pt x="115" y="5"/>
                  <a:pt x="113" y="5"/>
                  <a:pt x="111" y="5"/>
                </a:cubicBez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45" name="Freeform 10">
            <a:extLst>
              <a:ext uri="{FF2B5EF4-FFF2-40B4-BE49-F238E27FC236}">
                <ns2:creationId id="{75E8C4AB-07BC-EEC9-1E8C-00AD290439FD}"/>
              </a:ext>
            </a:extLst>
          </p:cNvPr>
          <p:cNvSpPr>
            <a:spLocks noGrp="1"/>
          </p:cNvSpPr>
          <p:nvPr/>
        </p:nvSpPr>
        <p:spPr>
          <a:xfrm rot="0" flipH="0" flipV="0">
            <a:off x="7324642" y="2614455"/>
            <a:ext cx="101812" cy="4410"/>
          </a:xfrm>
          <a:custGeom>
            <a:gdLst>
              <a:gd name="T0" fmla="*/ 111 w 115"/>
              <a:gd name="T1" fmla="*/ 5 h 5"/>
              <a:gd name="T2" fmla="*/ 4 w 115"/>
              <a:gd name="T3" fmla="*/ 5 h 5"/>
              <a:gd name="T4" fmla="*/ 0 w 115"/>
              <a:gd name="T5" fmla="*/ 2 h 5"/>
              <a:gd name="T6" fmla="*/ 4 w 115"/>
              <a:gd name="T7" fmla="*/ 0 h 5"/>
              <a:gd name="T8" fmla="*/ 111 w 115"/>
              <a:gd name="T9" fmla="*/ 0 h 5"/>
              <a:gd name="T10" fmla="*/ 115 w 115"/>
              <a:gd name="T11" fmla="*/ 2 h 5"/>
              <a:gd name="T12" fmla="*/ 111 w 115"/>
              <a:gd name="T13" fmla="*/ 5 h 5"/>
            </a:gdLst>
            <a:rect l="0" t="0" r="r" b="b"/>
            <a:pathLst>
              <a:path w="115" h="5">
                <a:moveTo>
                  <a:pt x="111" y="5"/>
                </a:moveTo>
                <a:cubicBezTo>
                  <a:pt x="4" y="5"/>
                  <a:pt x="4" y="5"/>
                  <a:pt x="4" y="5"/>
                </a:cubicBezTo>
                <a:cubicBezTo>
                  <a:pt x="2" y="5"/>
                  <a:pt x="0" y="5"/>
                  <a:pt x="0" y="2"/>
                </a:cubicBezTo>
                <a:cubicBezTo>
                  <a:pt x="0" y="0"/>
                  <a:pt x="2" y="0"/>
                  <a:pt x="4" y="0"/>
                </a:cubicBezTo>
                <a:cubicBezTo>
                  <a:pt x="111" y="0"/>
                  <a:pt x="111" y="0"/>
                  <a:pt x="111" y="0"/>
                </a:cubicBezTo>
                <a:cubicBezTo>
                  <a:pt x="113" y="0"/>
                  <a:pt x="115" y="0"/>
                  <a:pt x="115" y="2"/>
                </a:cubicBezTo>
                <a:cubicBezTo>
                  <a:pt x="115" y="5"/>
                  <a:pt x="113" y="5"/>
                  <a:pt x="111" y="5"/>
                </a:cubicBez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56" name="직선 연결선 55">
            <a:extLst>
              <a:ext uri="{FF2B5EF4-FFF2-40B4-BE49-F238E27FC236}">
                <ns2:creationId id="{802A84E4-911E-47ED-AC47-8A7EF6F424E5}"/>
              </a:ext>
            </a:extLst>
          </p:cNvPr>
          <p:cNvSpPr>
            <a:spLocks noGrp="1"/>
          </p:cNvSpPr>
          <p:nvPr/>
        </p:nvSpPr>
        <p:spPr>
          <a:xfrm rot="0" flipH="0" flipV="0">
            <a:off x="9675687" y="2553427"/>
            <a:ext cx="93051" cy="0"/>
          </a:xfrm>
          <a:prstGeom prst="line">
            <a:avLst/>
          </a:prstGeom>
          <a:ln w="19050">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57" name="직선 연결선 56">
            <a:extLst>
              <a:ext uri="{FF2B5EF4-FFF2-40B4-BE49-F238E27FC236}">
                <ns2:creationId id="{4296D6FC-123B-40FA-9F6D-2FC614143912}"/>
              </a:ext>
            </a:extLst>
          </p:cNvPr>
          <p:cNvSpPr>
            <a:spLocks noGrp="1"/>
          </p:cNvSpPr>
          <p:nvPr/>
        </p:nvSpPr>
        <p:spPr>
          <a:xfrm rot="0" flipH="0" flipV="0">
            <a:off x="9622278" y="2553427"/>
            <a:ext cx="16054" cy="0"/>
          </a:xfrm>
          <a:prstGeom prst="line">
            <a:avLst/>
          </a:prstGeom>
          <a:ln w="19050">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54" name="직선 연결선 53">
            <a:extLst>
              <a:ext uri="{FF2B5EF4-FFF2-40B4-BE49-F238E27FC236}">
                <ns2:creationId id="{C40EEADA-6414-4ACD-AF25-1048A60D4015}"/>
              </a:ext>
            </a:extLst>
          </p:cNvPr>
          <p:cNvSpPr>
            <a:spLocks noGrp="1"/>
          </p:cNvSpPr>
          <p:nvPr/>
        </p:nvSpPr>
        <p:spPr>
          <a:xfrm rot="0" flipH="0" flipV="0">
            <a:off x="9675687" y="2603479"/>
            <a:ext cx="93051" cy="0"/>
          </a:xfrm>
          <a:prstGeom prst="line">
            <a:avLst/>
          </a:prstGeom>
          <a:ln w="19050">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55" name="직선 연결선 54">
            <a:extLst>
              <a:ext uri="{FF2B5EF4-FFF2-40B4-BE49-F238E27FC236}">
                <ns2:creationId id="{FABC67DB-2290-4837-9F4A-4440207799B2}"/>
              </a:ext>
            </a:extLst>
          </p:cNvPr>
          <p:cNvSpPr>
            <a:spLocks noGrp="1"/>
          </p:cNvSpPr>
          <p:nvPr/>
        </p:nvSpPr>
        <p:spPr>
          <a:xfrm rot="0" flipH="0" flipV="0">
            <a:off x="9622278" y="2603479"/>
            <a:ext cx="16054" cy="0"/>
          </a:xfrm>
          <a:prstGeom prst="line">
            <a:avLst/>
          </a:prstGeom>
          <a:ln w="19050">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52" name="직선 연결선 51">
            <a:extLst>
              <a:ext uri="{FF2B5EF4-FFF2-40B4-BE49-F238E27FC236}">
                <ns2:creationId id="{06DC5AAB-F513-43AE-B629-BA79821661DE}"/>
              </a:ext>
            </a:extLst>
          </p:cNvPr>
          <p:cNvSpPr>
            <a:spLocks noGrp="1"/>
          </p:cNvSpPr>
          <p:nvPr/>
        </p:nvSpPr>
        <p:spPr>
          <a:xfrm rot="0" flipH="0" flipV="0">
            <a:off x="9675687" y="2653532"/>
            <a:ext cx="93051" cy="0"/>
          </a:xfrm>
          <a:prstGeom prst="line">
            <a:avLst/>
          </a:prstGeom>
          <a:ln w="19050">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53" name="직선 연결선 52">
            <a:extLst>
              <a:ext uri="{FF2B5EF4-FFF2-40B4-BE49-F238E27FC236}">
                <ns2:creationId id="{075688A3-E498-48E5-9B8A-1AD415C9BF31}"/>
              </a:ext>
            </a:extLst>
          </p:cNvPr>
          <p:cNvSpPr>
            <a:spLocks noGrp="1"/>
          </p:cNvSpPr>
          <p:nvPr/>
        </p:nvSpPr>
        <p:spPr>
          <a:xfrm rot="0" flipH="0" flipV="0">
            <a:off x="9622278" y="2653532"/>
            <a:ext cx="16054" cy="0"/>
          </a:xfrm>
          <a:prstGeom prst="line">
            <a:avLst/>
          </a:prstGeom>
          <a:ln w="19050">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63" name="Freeform 6">
            <a:extLst>
              <a:ext uri="{FF2B5EF4-FFF2-40B4-BE49-F238E27FC236}">
                <ns2:creationId id="{85E9EA62-5F92-A395-2F6E-F0DACE75E26A}"/>
              </a:ext>
            </a:extLst>
          </p:cNvPr>
          <p:cNvSpPr>
            <a:spLocks noGrp="1"/>
          </p:cNvSpPr>
          <p:nvPr/>
        </p:nvSpPr>
        <p:spPr>
          <a:xfrm rot="0" flipH="0" flipV="0">
            <a:off x="8483480" y="2512142"/>
            <a:ext cx="140404" cy="178263"/>
          </a:xfrm>
          <a:custGeom>
            <a:gdLst>
              <a:gd name="T0" fmla="*/ 113 w 158"/>
              <a:gd name="T1" fmla="*/ 202 h 202"/>
              <a:gd name="T2" fmla="*/ 4 w 158"/>
              <a:gd name="T3" fmla="*/ 202 h 202"/>
              <a:gd name="T4" fmla="*/ 0 w 158"/>
              <a:gd name="T5" fmla="*/ 198 h 202"/>
              <a:gd name="T6" fmla="*/ 0 w 158"/>
              <a:gd name="T7" fmla="*/ 4 h 202"/>
              <a:gd name="T8" fmla="*/ 4 w 158"/>
              <a:gd name="T9" fmla="*/ 0 h 202"/>
              <a:gd name="T10" fmla="*/ 154 w 158"/>
              <a:gd name="T11" fmla="*/ 0 h 202"/>
              <a:gd name="T12" fmla="*/ 158 w 158"/>
              <a:gd name="T13" fmla="*/ 4 h 202"/>
              <a:gd name="T14" fmla="*/ 158 w 158"/>
              <a:gd name="T15" fmla="*/ 157 h 202"/>
              <a:gd name="T16" fmla="*/ 156 w 158"/>
              <a:gd name="T17" fmla="*/ 160 h 202"/>
              <a:gd name="T18" fmla="*/ 116 w 158"/>
              <a:gd name="T19" fmla="*/ 201 h 202"/>
              <a:gd name="T20" fmla="*/ 113 w 158"/>
              <a:gd name="T21" fmla="*/ 202 h 202"/>
              <a:gd name="T22" fmla="*/ 8 w 158"/>
              <a:gd name="T23" fmla="*/ 194 h 202"/>
              <a:gd name="T24" fmla="*/ 111 w 158"/>
              <a:gd name="T25" fmla="*/ 194 h 202"/>
              <a:gd name="T26" fmla="*/ 150 w 158"/>
              <a:gd name="T27" fmla="*/ 156 h 202"/>
              <a:gd name="T28" fmla="*/ 150 w 158"/>
              <a:gd name="T29" fmla="*/ 8 h 202"/>
              <a:gd name="T30" fmla="*/ 8 w 158"/>
              <a:gd name="T31" fmla="*/ 8 h 202"/>
              <a:gd name="T32" fmla="*/ 8 w 158"/>
              <a:gd name="T33" fmla="*/ 194 h 202"/>
            </a:gdLst>
            <a:rect l="0" t="0" r="r" b="b"/>
            <a:pathLst>
              <a:path w="158" h="202">
                <a:moveTo>
                  <a:pt x="113" y="202"/>
                </a:moveTo>
                <a:cubicBezTo>
                  <a:pt x="4" y="202"/>
                  <a:pt x="4" y="202"/>
                  <a:pt x="4" y="202"/>
                </a:cubicBezTo>
                <a:cubicBezTo>
                  <a:pt x="2" y="202"/>
                  <a:pt x="0" y="200"/>
                  <a:pt x="0" y="198"/>
                </a:cubicBezTo>
                <a:cubicBezTo>
                  <a:pt x="0" y="4"/>
                  <a:pt x="0" y="4"/>
                  <a:pt x="0" y="4"/>
                </a:cubicBezTo>
                <a:cubicBezTo>
                  <a:pt x="0" y="2"/>
                  <a:pt x="2" y="0"/>
                  <a:pt x="4" y="0"/>
                </a:cubicBezTo>
                <a:cubicBezTo>
                  <a:pt x="154" y="0"/>
                  <a:pt x="154" y="0"/>
                  <a:pt x="154" y="0"/>
                </a:cubicBezTo>
                <a:cubicBezTo>
                  <a:pt x="156" y="0"/>
                  <a:pt x="158" y="2"/>
                  <a:pt x="158" y="4"/>
                </a:cubicBezTo>
                <a:cubicBezTo>
                  <a:pt x="158" y="157"/>
                  <a:pt x="158" y="157"/>
                  <a:pt x="158" y="157"/>
                </a:cubicBezTo>
                <a:cubicBezTo>
                  <a:pt x="158" y="158"/>
                  <a:pt x="157" y="159"/>
                  <a:pt x="156" y="160"/>
                </a:cubicBezTo>
                <a:cubicBezTo>
                  <a:pt x="116" y="201"/>
                  <a:pt x="116" y="201"/>
                  <a:pt x="116" y="201"/>
                </a:cubicBezTo>
                <a:cubicBezTo>
                  <a:pt x="115" y="201"/>
                  <a:pt x="114" y="202"/>
                  <a:pt x="113" y="202"/>
                </a:cubicBezTo>
                <a:close/>
                <a:moveTo>
                  <a:pt x="8" y="194"/>
                </a:moveTo>
                <a:cubicBezTo>
                  <a:pt x="111" y="194"/>
                  <a:pt x="111" y="194"/>
                  <a:pt x="111" y="194"/>
                </a:cubicBezTo>
                <a:cubicBezTo>
                  <a:pt x="150" y="156"/>
                  <a:pt x="150" y="156"/>
                  <a:pt x="150" y="156"/>
                </a:cubicBezTo>
                <a:cubicBezTo>
                  <a:pt x="150" y="8"/>
                  <a:pt x="150" y="8"/>
                  <a:pt x="150" y="8"/>
                </a:cubicBezTo>
                <a:cubicBezTo>
                  <a:pt x="8" y="8"/>
                  <a:pt x="8" y="8"/>
                  <a:pt x="8" y="8"/>
                </a:cubicBezTo>
                <a:lnTo>
                  <a:pt x="8" y="194"/>
                </a:ln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64" name="Freeform 8">
            <a:extLst>
              <a:ext uri="{FF2B5EF4-FFF2-40B4-BE49-F238E27FC236}">
                <ns2:creationId id="{D220D393-6487-0922-70BC-7B2D1F5E90DF}"/>
              </a:ext>
            </a:extLst>
          </p:cNvPr>
          <p:cNvSpPr>
            <a:spLocks noGrp="1"/>
          </p:cNvSpPr>
          <p:nvPr/>
        </p:nvSpPr>
        <p:spPr>
          <a:xfrm rot="0" flipH="0" flipV="0">
            <a:off x="8580513" y="2647402"/>
            <a:ext cx="43371" cy="43003"/>
          </a:xfrm>
          <a:custGeom>
            <a:gdLst>
              <a:gd name="T0" fmla="*/ 4 w 49"/>
              <a:gd name="T1" fmla="*/ 49 h 49"/>
              <a:gd name="T2" fmla="*/ 3 w 49"/>
              <a:gd name="T3" fmla="*/ 48 h 49"/>
              <a:gd name="T4" fmla="*/ 0 w 49"/>
              <a:gd name="T5" fmla="*/ 45 h 49"/>
              <a:gd name="T6" fmla="*/ 0 w 49"/>
              <a:gd name="T7" fmla="*/ 4 h 49"/>
              <a:gd name="T8" fmla="*/ 4 w 49"/>
              <a:gd name="T9" fmla="*/ 0 h 49"/>
              <a:gd name="T10" fmla="*/ 45 w 49"/>
              <a:gd name="T11" fmla="*/ 0 h 49"/>
              <a:gd name="T12" fmla="*/ 48 w 49"/>
              <a:gd name="T13" fmla="*/ 3 h 49"/>
              <a:gd name="T14" fmla="*/ 47 w 49"/>
              <a:gd name="T15" fmla="*/ 7 h 49"/>
              <a:gd name="T16" fmla="*/ 7 w 49"/>
              <a:gd name="T17" fmla="*/ 48 h 49"/>
              <a:gd name="T18" fmla="*/ 4 w 49"/>
              <a:gd name="T19" fmla="*/ 49 h 49"/>
              <a:gd name="T20" fmla="*/ 8 w 49"/>
              <a:gd name="T21" fmla="*/ 8 h 49"/>
              <a:gd name="T22" fmla="*/ 8 w 49"/>
              <a:gd name="T23" fmla="*/ 35 h 49"/>
              <a:gd name="T24" fmla="*/ 35 w 49"/>
              <a:gd name="T25" fmla="*/ 8 h 49"/>
              <a:gd name="T26" fmla="*/ 8 w 49"/>
              <a:gd name="T27" fmla="*/ 8 h 49"/>
            </a:gdLst>
            <a:rect l="0" t="0" r="r" b="b"/>
            <a:pathLst>
              <a:path w="49" h="49">
                <a:moveTo>
                  <a:pt x="4" y="49"/>
                </a:moveTo>
                <a:cubicBezTo>
                  <a:pt x="4" y="49"/>
                  <a:pt x="3" y="49"/>
                  <a:pt x="3" y="48"/>
                </a:cubicBezTo>
                <a:cubicBezTo>
                  <a:pt x="1" y="48"/>
                  <a:pt x="0" y="46"/>
                  <a:pt x="0" y="45"/>
                </a:cubicBezTo>
                <a:cubicBezTo>
                  <a:pt x="0" y="4"/>
                  <a:pt x="0" y="4"/>
                  <a:pt x="0" y="4"/>
                </a:cubicBezTo>
                <a:cubicBezTo>
                  <a:pt x="0" y="2"/>
                  <a:pt x="2" y="0"/>
                  <a:pt x="4" y="0"/>
                </a:cubicBezTo>
                <a:cubicBezTo>
                  <a:pt x="45" y="0"/>
                  <a:pt x="45" y="0"/>
                  <a:pt x="45" y="0"/>
                </a:cubicBezTo>
                <a:cubicBezTo>
                  <a:pt x="46" y="0"/>
                  <a:pt x="48" y="1"/>
                  <a:pt x="48" y="3"/>
                </a:cubicBezTo>
                <a:cubicBezTo>
                  <a:pt x="49" y="4"/>
                  <a:pt x="49" y="6"/>
                  <a:pt x="47" y="7"/>
                </a:cubicBezTo>
                <a:cubicBezTo>
                  <a:pt x="7" y="48"/>
                  <a:pt x="7" y="48"/>
                  <a:pt x="7" y="48"/>
                </a:cubicBezTo>
                <a:cubicBezTo>
                  <a:pt x="6" y="48"/>
                  <a:pt x="5" y="49"/>
                  <a:pt x="4" y="49"/>
                </a:cubicBezTo>
                <a:close/>
                <a:moveTo>
                  <a:pt x="8" y="8"/>
                </a:moveTo>
                <a:cubicBezTo>
                  <a:pt x="8" y="35"/>
                  <a:pt x="8" y="35"/>
                  <a:pt x="8" y="35"/>
                </a:cubicBezTo>
                <a:cubicBezTo>
                  <a:pt x="35" y="8"/>
                  <a:pt x="35" y="8"/>
                  <a:pt x="35" y="8"/>
                </a:cubicBezTo>
                <a:lnTo>
                  <a:pt x="8" y="8"/>
                </a:ln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65" name="Freeform 10">
            <a:extLst>
              <a:ext uri="{FF2B5EF4-FFF2-40B4-BE49-F238E27FC236}">
                <ns2:creationId id="{968569B3-C0B9-1DFF-BFD4-033981B61C42}"/>
              </a:ext>
            </a:extLst>
          </p:cNvPr>
          <p:cNvSpPr>
            <a:spLocks noGrp="1"/>
          </p:cNvSpPr>
          <p:nvPr/>
        </p:nvSpPr>
        <p:spPr>
          <a:xfrm rot="0" flipH="0" flipV="0">
            <a:off x="8503327" y="2541942"/>
            <a:ext cx="101812" cy="4410"/>
          </a:xfrm>
          <a:custGeom>
            <a:gdLst>
              <a:gd name="T0" fmla="*/ 111 w 115"/>
              <a:gd name="T1" fmla="*/ 5 h 5"/>
              <a:gd name="T2" fmla="*/ 4 w 115"/>
              <a:gd name="T3" fmla="*/ 5 h 5"/>
              <a:gd name="T4" fmla="*/ 0 w 115"/>
              <a:gd name="T5" fmla="*/ 2 h 5"/>
              <a:gd name="T6" fmla="*/ 4 w 115"/>
              <a:gd name="T7" fmla="*/ 0 h 5"/>
              <a:gd name="T8" fmla="*/ 111 w 115"/>
              <a:gd name="T9" fmla="*/ 0 h 5"/>
              <a:gd name="T10" fmla="*/ 115 w 115"/>
              <a:gd name="T11" fmla="*/ 2 h 5"/>
              <a:gd name="T12" fmla="*/ 111 w 115"/>
              <a:gd name="T13" fmla="*/ 5 h 5"/>
            </a:gdLst>
            <a:rect l="0" t="0" r="r" b="b"/>
            <a:pathLst>
              <a:path w="115" h="5">
                <a:moveTo>
                  <a:pt x="111" y="5"/>
                </a:moveTo>
                <a:cubicBezTo>
                  <a:pt x="4" y="5"/>
                  <a:pt x="4" y="5"/>
                  <a:pt x="4" y="5"/>
                </a:cubicBezTo>
                <a:cubicBezTo>
                  <a:pt x="2" y="5"/>
                  <a:pt x="0" y="5"/>
                  <a:pt x="0" y="2"/>
                </a:cubicBezTo>
                <a:cubicBezTo>
                  <a:pt x="0" y="0"/>
                  <a:pt x="2" y="0"/>
                  <a:pt x="4" y="0"/>
                </a:cubicBezTo>
                <a:cubicBezTo>
                  <a:pt x="111" y="0"/>
                  <a:pt x="111" y="0"/>
                  <a:pt x="111" y="0"/>
                </a:cubicBezTo>
                <a:cubicBezTo>
                  <a:pt x="113" y="0"/>
                  <a:pt x="115" y="0"/>
                  <a:pt x="115" y="2"/>
                </a:cubicBezTo>
                <a:cubicBezTo>
                  <a:pt x="115" y="5"/>
                  <a:pt x="113" y="5"/>
                  <a:pt x="111" y="5"/>
                </a:cubicBez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66" name="Freeform 10">
            <a:extLst>
              <a:ext uri="{FF2B5EF4-FFF2-40B4-BE49-F238E27FC236}">
                <ns2:creationId id="{21F6A401-1FC3-489A-5490-8F5872751579}"/>
              </a:ext>
            </a:extLst>
          </p:cNvPr>
          <p:cNvSpPr>
            <a:spLocks noGrp="1"/>
          </p:cNvSpPr>
          <p:nvPr/>
        </p:nvSpPr>
        <p:spPr>
          <a:xfrm rot="0" flipH="0" flipV="0">
            <a:off x="8503327" y="2560071"/>
            <a:ext cx="101812" cy="4410"/>
          </a:xfrm>
          <a:custGeom>
            <a:gdLst>
              <a:gd name="T0" fmla="*/ 111 w 115"/>
              <a:gd name="T1" fmla="*/ 5 h 5"/>
              <a:gd name="T2" fmla="*/ 4 w 115"/>
              <a:gd name="T3" fmla="*/ 5 h 5"/>
              <a:gd name="T4" fmla="*/ 0 w 115"/>
              <a:gd name="T5" fmla="*/ 2 h 5"/>
              <a:gd name="T6" fmla="*/ 4 w 115"/>
              <a:gd name="T7" fmla="*/ 0 h 5"/>
              <a:gd name="T8" fmla="*/ 111 w 115"/>
              <a:gd name="T9" fmla="*/ 0 h 5"/>
              <a:gd name="T10" fmla="*/ 115 w 115"/>
              <a:gd name="T11" fmla="*/ 2 h 5"/>
              <a:gd name="T12" fmla="*/ 111 w 115"/>
              <a:gd name="T13" fmla="*/ 5 h 5"/>
            </a:gdLst>
            <a:rect l="0" t="0" r="r" b="b"/>
            <a:pathLst>
              <a:path w="115" h="5">
                <a:moveTo>
                  <a:pt x="111" y="5"/>
                </a:moveTo>
                <a:cubicBezTo>
                  <a:pt x="4" y="5"/>
                  <a:pt x="4" y="5"/>
                  <a:pt x="4" y="5"/>
                </a:cubicBezTo>
                <a:cubicBezTo>
                  <a:pt x="2" y="5"/>
                  <a:pt x="0" y="5"/>
                  <a:pt x="0" y="2"/>
                </a:cubicBezTo>
                <a:cubicBezTo>
                  <a:pt x="0" y="0"/>
                  <a:pt x="2" y="0"/>
                  <a:pt x="4" y="0"/>
                </a:cubicBezTo>
                <a:cubicBezTo>
                  <a:pt x="111" y="0"/>
                  <a:pt x="111" y="0"/>
                  <a:pt x="111" y="0"/>
                </a:cubicBezTo>
                <a:cubicBezTo>
                  <a:pt x="113" y="0"/>
                  <a:pt x="115" y="0"/>
                  <a:pt x="115" y="2"/>
                </a:cubicBezTo>
                <a:cubicBezTo>
                  <a:pt x="115" y="5"/>
                  <a:pt x="113" y="5"/>
                  <a:pt x="111" y="5"/>
                </a:cubicBez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67" name="Freeform 10">
            <a:extLst>
              <a:ext uri="{FF2B5EF4-FFF2-40B4-BE49-F238E27FC236}">
                <ns2:creationId id="{DE9E381D-FE94-89EC-312D-A544E2E63C81}"/>
              </a:ext>
            </a:extLst>
          </p:cNvPr>
          <p:cNvSpPr>
            <a:spLocks noGrp="1"/>
          </p:cNvSpPr>
          <p:nvPr/>
        </p:nvSpPr>
        <p:spPr>
          <a:xfrm rot="0" flipH="0" flipV="0">
            <a:off x="8503327" y="2578199"/>
            <a:ext cx="101812" cy="4410"/>
          </a:xfrm>
          <a:custGeom>
            <a:gdLst>
              <a:gd name="T0" fmla="*/ 111 w 115"/>
              <a:gd name="T1" fmla="*/ 5 h 5"/>
              <a:gd name="T2" fmla="*/ 4 w 115"/>
              <a:gd name="T3" fmla="*/ 5 h 5"/>
              <a:gd name="T4" fmla="*/ 0 w 115"/>
              <a:gd name="T5" fmla="*/ 2 h 5"/>
              <a:gd name="T6" fmla="*/ 4 w 115"/>
              <a:gd name="T7" fmla="*/ 0 h 5"/>
              <a:gd name="T8" fmla="*/ 111 w 115"/>
              <a:gd name="T9" fmla="*/ 0 h 5"/>
              <a:gd name="T10" fmla="*/ 115 w 115"/>
              <a:gd name="T11" fmla="*/ 2 h 5"/>
              <a:gd name="T12" fmla="*/ 111 w 115"/>
              <a:gd name="T13" fmla="*/ 5 h 5"/>
            </a:gdLst>
            <a:rect l="0" t="0" r="r" b="b"/>
            <a:pathLst>
              <a:path w="115" h="5">
                <a:moveTo>
                  <a:pt x="111" y="5"/>
                </a:moveTo>
                <a:cubicBezTo>
                  <a:pt x="4" y="5"/>
                  <a:pt x="4" y="5"/>
                  <a:pt x="4" y="5"/>
                </a:cubicBezTo>
                <a:cubicBezTo>
                  <a:pt x="2" y="5"/>
                  <a:pt x="0" y="5"/>
                  <a:pt x="0" y="2"/>
                </a:cubicBezTo>
                <a:cubicBezTo>
                  <a:pt x="0" y="0"/>
                  <a:pt x="2" y="0"/>
                  <a:pt x="4" y="0"/>
                </a:cubicBezTo>
                <a:cubicBezTo>
                  <a:pt x="111" y="0"/>
                  <a:pt x="111" y="0"/>
                  <a:pt x="111" y="0"/>
                </a:cubicBezTo>
                <a:cubicBezTo>
                  <a:pt x="113" y="0"/>
                  <a:pt x="115" y="0"/>
                  <a:pt x="115" y="2"/>
                </a:cubicBezTo>
                <a:cubicBezTo>
                  <a:pt x="115" y="5"/>
                  <a:pt x="113" y="5"/>
                  <a:pt x="111" y="5"/>
                </a:cubicBez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68" name="Freeform 10">
            <a:extLst>
              <a:ext uri="{FF2B5EF4-FFF2-40B4-BE49-F238E27FC236}">
                <ns2:creationId id="{3C8EE8A5-0810-11B3-6C2B-3967B1F06594}"/>
              </a:ext>
            </a:extLst>
          </p:cNvPr>
          <p:cNvSpPr>
            <a:spLocks noGrp="1"/>
          </p:cNvSpPr>
          <p:nvPr/>
        </p:nvSpPr>
        <p:spPr>
          <a:xfrm rot="0" flipH="0" flipV="0">
            <a:off x="8503327" y="2596328"/>
            <a:ext cx="101812" cy="4410"/>
          </a:xfrm>
          <a:custGeom>
            <a:gdLst>
              <a:gd name="T0" fmla="*/ 111 w 115"/>
              <a:gd name="T1" fmla="*/ 5 h 5"/>
              <a:gd name="T2" fmla="*/ 4 w 115"/>
              <a:gd name="T3" fmla="*/ 5 h 5"/>
              <a:gd name="T4" fmla="*/ 0 w 115"/>
              <a:gd name="T5" fmla="*/ 2 h 5"/>
              <a:gd name="T6" fmla="*/ 4 w 115"/>
              <a:gd name="T7" fmla="*/ 0 h 5"/>
              <a:gd name="T8" fmla="*/ 111 w 115"/>
              <a:gd name="T9" fmla="*/ 0 h 5"/>
              <a:gd name="T10" fmla="*/ 115 w 115"/>
              <a:gd name="T11" fmla="*/ 2 h 5"/>
              <a:gd name="T12" fmla="*/ 111 w 115"/>
              <a:gd name="T13" fmla="*/ 5 h 5"/>
            </a:gdLst>
            <a:rect l="0" t="0" r="r" b="b"/>
            <a:pathLst>
              <a:path w="115" h="5">
                <a:moveTo>
                  <a:pt x="111" y="5"/>
                </a:moveTo>
                <a:cubicBezTo>
                  <a:pt x="4" y="5"/>
                  <a:pt x="4" y="5"/>
                  <a:pt x="4" y="5"/>
                </a:cubicBezTo>
                <a:cubicBezTo>
                  <a:pt x="2" y="5"/>
                  <a:pt x="0" y="5"/>
                  <a:pt x="0" y="2"/>
                </a:cubicBezTo>
                <a:cubicBezTo>
                  <a:pt x="0" y="0"/>
                  <a:pt x="2" y="0"/>
                  <a:pt x="4" y="0"/>
                </a:cubicBezTo>
                <a:cubicBezTo>
                  <a:pt x="111" y="0"/>
                  <a:pt x="111" y="0"/>
                  <a:pt x="111" y="0"/>
                </a:cubicBezTo>
                <a:cubicBezTo>
                  <a:pt x="113" y="0"/>
                  <a:pt x="115" y="0"/>
                  <a:pt x="115" y="2"/>
                </a:cubicBezTo>
                <a:cubicBezTo>
                  <a:pt x="115" y="5"/>
                  <a:pt x="113" y="5"/>
                  <a:pt x="111" y="5"/>
                </a:cubicBez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sp>
        <p:nvSpPr>
          <p:cNvPr id="69" name="Freeform 10">
            <a:extLst>
              <a:ext uri="{FF2B5EF4-FFF2-40B4-BE49-F238E27FC236}">
                <ns2:creationId id="{2DB0A56C-C126-EA2A-5A4B-37DDF9760CC2}"/>
              </a:ext>
            </a:extLst>
          </p:cNvPr>
          <p:cNvSpPr>
            <a:spLocks noGrp="1"/>
          </p:cNvSpPr>
          <p:nvPr/>
        </p:nvSpPr>
        <p:spPr>
          <a:xfrm rot="0" flipH="0" flipV="0">
            <a:off x="8503327" y="2614455"/>
            <a:ext cx="101812" cy="4410"/>
          </a:xfrm>
          <a:custGeom>
            <a:gdLst>
              <a:gd name="T0" fmla="*/ 111 w 115"/>
              <a:gd name="T1" fmla="*/ 5 h 5"/>
              <a:gd name="T2" fmla="*/ 4 w 115"/>
              <a:gd name="T3" fmla="*/ 5 h 5"/>
              <a:gd name="T4" fmla="*/ 0 w 115"/>
              <a:gd name="T5" fmla="*/ 2 h 5"/>
              <a:gd name="T6" fmla="*/ 4 w 115"/>
              <a:gd name="T7" fmla="*/ 0 h 5"/>
              <a:gd name="T8" fmla="*/ 111 w 115"/>
              <a:gd name="T9" fmla="*/ 0 h 5"/>
              <a:gd name="T10" fmla="*/ 115 w 115"/>
              <a:gd name="T11" fmla="*/ 2 h 5"/>
              <a:gd name="T12" fmla="*/ 111 w 115"/>
              <a:gd name="T13" fmla="*/ 5 h 5"/>
            </a:gdLst>
            <a:rect l="0" t="0" r="r" b="b"/>
            <a:pathLst>
              <a:path w="115" h="5">
                <a:moveTo>
                  <a:pt x="111" y="5"/>
                </a:moveTo>
                <a:cubicBezTo>
                  <a:pt x="4" y="5"/>
                  <a:pt x="4" y="5"/>
                  <a:pt x="4" y="5"/>
                </a:cubicBezTo>
                <a:cubicBezTo>
                  <a:pt x="2" y="5"/>
                  <a:pt x="0" y="5"/>
                  <a:pt x="0" y="2"/>
                </a:cubicBezTo>
                <a:cubicBezTo>
                  <a:pt x="0" y="0"/>
                  <a:pt x="2" y="0"/>
                  <a:pt x="4" y="0"/>
                </a:cubicBezTo>
                <a:cubicBezTo>
                  <a:pt x="111" y="0"/>
                  <a:pt x="111" y="0"/>
                  <a:pt x="111" y="0"/>
                </a:cubicBezTo>
                <a:cubicBezTo>
                  <a:pt x="113" y="0"/>
                  <a:pt x="115" y="0"/>
                  <a:pt x="115" y="2"/>
                </a:cubicBezTo>
                <a:cubicBezTo>
                  <a:pt x="115" y="5"/>
                  <a:pt x="113" y="5"/>
                  <a:pt x="111" y="5"/>
                </a:cubicBezTo>
                <a:close/>
              </a:path>
            </a:pathLst>
          </a:custGeom>
          <a:solidFill>
            <a:schemeClr val="bg1">
              <a:lumMod val="75000"/>
            </a:schemeClr>
          </a:solidFill>
          <a:ln w="3175">
            <a:solidFill>
              <a:schemeClr val="bg1">
                <a:lumMod val="75000"/>
              </a:schemeClr>
            </a:solidFill>
            <a:round/>
          </a:ln>
        </p:spPr>
        <p:txBody>
          <a:bodyPr vert="horz" wrap="square" lIns="91440" tIns="45720" rIns="91440" bIns="45720" anchor="t"/>
          <a:lstStyle/>
          <a:p>
            <a:endParaRPr sz="1000"/>
          </a:p>
        </p:txBody>
      </p:sp>
      <p:pic>
        <p:nvPicPr>
          <p:cNvPr id="3" name="Picture 4">
            <a:extLst>
              <a:ext uri="{FF2B5EF4-FFF2-40B4-BE49-F238E27FC236}">
                <ns2:creationId id="{79CBAEC9-3B0C-44E5-A4FE-DD99A4FE5377}"/>
              </a:ext>
            </a:extLst>
          </p:cNvPr>
          <p:cNvPicPr>
            <a:picLocks noChangeAspect="1"/>
          </p:cNvPicPr>
          <p:nvPr/>
        </p:nvPicPr>
        <p:blipFill>
          <a:blip r:embed="R1cd0371a32554ccd"/>
          <a:srcRect l="0" t="0" r="0" b="0"/>
          <a:stretch>
            <a:fillRect l="0" t="0" r="0" b="0"/>
          </a:stretch>
        </p:blipFill>
        <p:spPr>
          <a:xfrm>
            <a:off x="395051" y="4809540"/>
            <a:ext cx="612866" cy="612866"/>
          </a:xfrm>
          <a:prstGeom prst="rect">
            <a:avLst/>
          </a:prstGeom>
        </p:spPr>
      </p:pic>
      <p:pic>
        <p:nvPicPr>
          <p:cNvPr id="7" name="그림 6">
            <a:extLst>
              <a:ext uri="{FF2B5EF4-FFF2-40B4-BE49-F238E27FC236}">
                <ns2:creationId id="{F1A92982-C263-415D-A993-62FF72107998}"/>
              </a:ext>
            </a:extLst>
          </p:cNvPr>
          <p:cNvPicPr>
            <a:picLocks noChangeAspect="1"/>
          </p:cNvPicPr>
          <p:nvPr/>
        </p:nvPicPr>
        <p:blipFill rotWithShape="1">
          <a:blip r:embed="R104f13e4c45b43ac"/>
          <a:srcRect l="33881" t="7935" r="28784" b="9121"/>
          <a:stretch/>
        </p:blipFill>
        <p:spPr>
          <a:xfrm>
            <a:off x="742925" y="1836703"/>
            <a:ext cx="2261908" cy="3597970"/>
          </a:xfrm>
          <a:prstGeom prst="rect">
            <a:avLst/>
          </a:prstGeom>
        </p:spPr>
      </p:pic>
      <p:pic>
        <p:nvPicPr>
          <p:cNvPr id="15" name="그림 14">
            <a:extLst>
              <a:ext uri="{FF2B5EF4-FFF2-40B4-BE49-F238E27FC236}">
                <ns2:creationId id="{710D7222-888F-467A-9D34-BBD90A441DAB}"/>
              </a:ext>
            </a:extLst>
          </p:cNvPr>
          <p:cNvPicPr>
            <a:picLocks noChangeAspect="1"/>
          </p:cNvPicPr>
          <p:nvPr/>
        </p:nvPicPr>
        <p:blipFill>
          <a:blip r:embed="R0fc89a5f7bec4960"/>
          <a:stretch>
            <a:fillRect l="0" t="0" r="0" b="0"/>
          </a:stretch>
        </p:blipFill>
        <p:spPr>
          <a:xfrm>
            <a:off x="2611595" y="2631979"/>
            <a:ext cx="640246" cy="640246"/>
          </a:xfrm>
          <a:prstGeom prst="rect">
            <a:avLst/>
          </a:prstGeom>
        </p:spPr>
      </p:pic>
      <p:sp>
        <p:nvSpPr>
          <p:cNvPr id="70" name="RoomPick Header Korean">
            <a:extLst>
              <a:ext uri="{FF2B5EF4-FFF2-40B4-BE49-F238E27FC236}">
                <ns2:creationId id="{4B8BD915-C043-4D0A-8190-218DE1BF172B}"/>
              </a:ext>
            </a:extLst>
          </p:cNvPr>
          <p:cNvSpPr>
            <a:spLocks noGrp="1"/>
          </p:cNvSpPr>
          <p:nvPr/>
        </p:nvSpPr>
        <p:spPr>
          <a:xfrm>
            <a:off x="952500" y="171450"/>
            <a:ext cx="150495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질의응답</a:t>
            </a:r>
          </a:p>
        </p:txBody>
      </p:sp>
      <p:sp>
        <p:nvSpPr>
          <p:cNvPr id="71" name="RoomPick Header English">
            <a:extLst>
              <a:ext uri="{FF2B5EF4-FFF2-40B4-BE49-F238E27FC236}">
                <ns2:creationId id="{5D0B197F-DF18-48C4-8440-D1314BD99656}"/>
              </a:ext>
            </a:extLst>
          </p:cNvPr>
          <p:cNvSpPr>
            <a:spLocks noGrp="1"/>
          </p:cNvSpPr>
          <p:nvPr/>
        </p:nvSpPr>
        <p:spPr>
          <a:xfrm>
            <a:off x="260985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Q&amp;A</a:t>
            </a:r>
          </a:p>
        </p:txBody>
      </p:sp>
      <p:nvGrpSpPr>
        <p:cNvPr id="72" name=""/>
        <p:cNvGrpSpPr/>
        <p:nvPr/>
      </p:nvGrpSpPr>
      <p:sp>
        <p:nvSpPr>
          <p:cNvPr id="73" name="RoomPick Docs Content">
            <a:extLst>
              <a:ext uri="{FF2B5EF4-FFF2-40B4-BE49-F238E27FC236}">
                <ns2:creationId id="{8CCF2886-862A-4A89-A376-08AA1B97F178}"/>
              </a:ext>
            </a:extLst>
          </p:cNvPr>
          <p:cNvSpPr>
            <a:spLocks noGrp="1"/>
          </p:cNvSpPr>
          <p:nvPr/>
        </p:nvSpPr>
        <p:spPr>
          <a:xfrm>
            <a:off x="4476750" y="3133725"/>
            <a:ext cx="6286500" cy="714375"/>
          </a:xfrm>
          <a:prstGeom prst="rect">
            <a:avLst/>
          </a:prstGeom>
          <a:noFill/>
          <a:ln w="0">
            <a:noFill/>
          </a:ln>
        </p:spPr>
        <p:txBody>
          <a:bodyPr lIns="0" tIns="0" rIns="0" bIns="0" anchor="t">
            <a:noAutofit/>
          </a:bodyPr>
          <a:lstStyle>
            <a:defPPr algn="l">
              <a:defRPr sz="3600" b="0">
                <a:solidFill>
                  <a:srgbClr val="262626"/>
                </a:solidFill>
                <a:latin typeface="Noto Sans"/>
                <a:ea typeface="Noto Sans"/>
                <a:cs typeface="Noto Sans"/>
              </a:defRPr>
            </a:defPPr>
          </a:lstStyle>
          <a:p>
            <a:pPr algn="l">
              <a:defRPr sz="3600" b="0">
                <a:solidFill>
                  <a:srgbClr val="262626"/>
                </a:solidFill>
                <a:latin typeface="Noto Sans"/>
                <a:ea typeface="Noto Sans"/>
                <a:cs typeface="Noto Sans"/>
              </a:defRPr>
            </a:pPr>
            <a:r>
              <a:rPr sz="3600" b="0">
                <a:solidFill>
                  <a:srgbClr val="262626"/>
                </a:solidFill>
                <a:latin typeface="Noto Sans"/>
                <a:ea typeface="Noto Sans"/>
                <a:cs typeface="Noto Sans"/>
              </a:rPr>
              <a:t>Q&amp;A</a:t>
            </a:r>
          </a:p>
        </p:txBody>
      </p:sp>
      <p:sp>
        <p:nvSpPr>
          <p:cNvPr id="74" name="RoomPick Docs Content">
            <a:extLst>
              <a:ext uri="{FF2B5EF4-FFF2-40B4-BE49-F238E27FC236}">
                <ns2:creationId id="{09668EAA-0A9E-497E-BDBD-943DF0B6D6B8}"/>
              </a:ext>
            </a:extLst>
          </p:cNvPr>
          <p:cNvSpPr>
            <a:spLocks noGrp="1"/>
          </p:cNvSpPr>
          <p:nvPr/>
        </p:nvSpPr>
        <p:spPr>
          <a:xfrm>
            <a:off x="4524375" y="3962400"/>
            <a:ext cx="6429375" cy="809625"/>
          </a:xfrm>
          <a:prstGeom prst="rect">
            <a:avLst/>
          </a:prstGeom>
          <a:noFill/>
          <a:ln w="0">
            <a:noFill/>
          </a:ln>
        </p:spPr>
        <p:txBody>
          <a:bodyPr lIns="0" tIns="0" rIns="0" bIns="0" anchor="t">
            <a:noAutofit/>
          </a:bodyPr>
          <a:lstStyle>
            <a:defPPr algn="l">
              <a:defRPr sz="1425" b="0">
                <a:solidFill>
                  <a:srgbClr val="808080"/>
                </a:solidFill>
                <a:latin typeface="Noto Sans"/>
                <a:ea typeface="Noto Sans"/>
                <a:cs typeface="Noto Sans"/>
              </a:defRPr>
            </a:defPPr>
          </a:lstStyle>
          <a:p>
            <a:pPr algn="l">
              <a:defRPr sz="1425" b="0">
                <a:solidFill>
                  <a:srgbClr val="808080"/>
                </a:solidFill>
                <a:latin typeface="Noto Sans"/>
                <a:ea typeface="Noto Sans"/>
                <a:cs typeface="Noto Sans"/>
              </a:defRPr>
            </a:pPr>
            <a:r>
              <a:rPr sz="1425" b="0">
                <a:solidFill>
                  <a:srgbClr val="808080"/>
                </a:solidFill>
                <a:latin typeface="Noto Sans"/>
                <a:ea typeface="Noto Sans"/>
                <a:cs typeface="Noto Sans"/>
              </a:rPr>
              <a:t>RoomPick</a:t>
            </a:r>
          </a:p>
          <a:p>
            <a:pPr algn="l">
              <a:defRPr sz="1425" b="0">
                <a:solidFill>
                  <a:srgbClr val="808080"/>
                </a:solidFill>
                <a:latin typeface="Noto Sans"/>
                <a:ea typeface="Noto Sans"/>
                <a:cs typeface="Noto Sans"/>
              </a:defRPr>
            </a:pPr>
            <a:r>
              <a:rPr sz="1425" b="0">
                <a:solidFill>
                  <a:srgbClr val="808080"/>
                </a:solidFill>
                <a:latin typeface="Noto Sans"/>
                <a:ea typeface="Noto Sans"/>
                <a:cs typeface="Noto Sans"/>
              </a:rPr>
              <a:t>템플릿 기반 공간 구성과 실제 유사 상품 추천</a:t>
            </a:r>
          </a:p>
        </p:txBody>
      </p:sp>
    </p:spTree>
    <p:extLst>
      <p:ext uri="{BB962C8B-B14F-4D97-AF65-F5344CB8AC3E}">
        <ns4:creationId val="1752386377"/>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show="0">
  <p:cSld>
    <p:spTree>
      <p:nvGrpSpPr>
        <p:cNvPr id="1" name=""/>
        <p:cNvGrpSpPr/>
        <p:nvPr/>
      </p:nvGrpSpPr>
      <p:grpSpPr>
        <a:xfrm/>
      </p:grpSpPr>
      <p:sp>
        <p:nvSpPr>
          <p:cNvPr id="41" name="RoomPick Header Korean">
            <a:extLst>
              <a:ext uri="{FF2B5EF4-FFF2-40B4-BE49-F238E27FC236}">
                <ns2:creationId id="{E7AAEA9B-B1B6-492E-9E13-4AE8B18CCC46}"/>
              </a:ext>
            </a:extLst>
          </p:cNvPr>
          <p:cNvSpPr>
            <a:spLocks noGrp="1"/>
          </p:cNvSpPr>
          <p:nvPr/>
        </p:nvSpPr>
        <p:spPr>
          <a:xfrm>
            <a:off x="952500" y="171450"/>
            <a:ext cx="340995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이미지와 템플릿 구축</a:t>
            </a:r>
          </a:p>
        </p:txBody>
      </p:sp>
      <p:sp>
        <p:nvSpPr>
          <p:cNvPr id="42" name="RoomPick Header English">
            <a:extLst>
              <a:ext uri="{FF2B5EF4-FFF2-40B4-BE49-F238E27FC236}">
                <ns2:creationId id="{CC0CAC60-277C-44F6-BF7C-B24959D33108}"/>
              </a:ext>
            </a:extLst>
          </p:cNvPr>
          <p:cNvSpPr>
            <a:spLocks noGrp="1"/>
          </p:cNvSpPr>
          <p:nvPr/>
        </p:nvSpPr>
        <p:spPr>
          <a:xfrm>
            <a:off x="451485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Templates</a:t>
            </a:r>
          </a:p>
        </p:txBody>
      </p:sp>
      <p:nvGrpSpPr>
        <p:cNvPr id="43" name=""/>
        <p:cNvGrpSpPr/>
        <p:nvPr/>
      </p:nvGrpSpPr>
      <p:pic>
        <p:nvPicPr>
          <p:cNvPr id="44" name="">
            <a:extLst>
              <a:ext uri="{FF2B5EF4-FFF2-40B4-BE49-F238E27FC236}">
                <ns2:creationId id="{0BB82FB5-96DB-434D-B93E-55C397465FF8}"/>
              </a:ext>
            </a:extLst>
          </p:cNvPr>
          <p:cNvPicPr>
            <a:picLocks noChangeAspect="1"/>
          </p:cNvPicPr>
          <p:nvPr/>
        </p:nvPicPr>
        <p:blipFill>
          <a:blip r:embed="rIdDocs1"/>
          <a:stretch/>
        </p:blipFill>
        <p:spPr>
          <a:xfrm>
            <a:off x="809625" y="1220192"/>
            <a:ext cx="10572750" cy="2569766"/>
          </a:xfrm>
          <a:prstGeom prst="rect">
            <a:avLst/>
          </a:prstGeom>
        </p:spPr>
      </p:pic>
      <p:sp>
        <p:nvSpPr>
          <p:cNvPr id="45" name="RoomPick Docs Content">
            <a:extLst>
              <a:ext uri="{FF2B5EF4-FFF2-40B4-BE49-F238E27FC236}">
                <ns2:creationId id="{DFC378A4-A60B-4537-95E8-3708DA1B0E34}"/>
              </a:ext>
            </a:extLst>
          </p:cNvPr>
          <p:cNvSpPr>
            <a:spLocks noGrp="1"/>
          </p:cNvSpPr>
          <p:nvPr/>
        </p:nvSpPr>
        <p:spPr>
          <a:xfrm>
            <a:off x="809625" y="4276725"/>
            <a:ext cx="3333750" cy="352425"/>
          </a:xfrm>
          <a:prstGeom prst="rect">
            <a:avLst/>
          </a:prstGeom>
          <a:noFill/>
          <a:ln w="0">
            <a:noFill/>
          </a:ln>
        </p:spPr>
        <p:txBody>
          <a:bodyPr lIns="0" tIns="0" rIns="0" bIns="0" anchor="t">
            <a:noAutofit/>
          </a:bodyPr>
          <a:lstStyle>
            <a:defPPr algn="l">
              <a:defRPr sz="1725" b="1">
                <a:solidFill>
                  <a:srgbClr val="78BFFF"/>
                </a:solidFill>
                <a:latin typeface="Noto Sans"/>
                <a:ea typeface="Noto Sans"/>
                <a:cs typeface="Noto Sans"/>
              </a:defRPr>
            </a:defPPr>
          </a:lstStyle>
          <a:p>
            <a:pPr algn="l">
              <a:defRPr sz="1725" b="1">
                <a:solidFill>
                  <a:srgbClr val="78BFFF"/>
                </a:solidFill>
                <a:latin typeface="Noto Sans"/>
                <a:ea typeface="Noto Sans"/>
                <a:cs typeface="Noto Sans"/>
              </a:defRPr>
            </a:pPr>
            <a:r>
              <a:rPr sz="1725" b="1">
                <a:solidFill>
                  <a:srgbClr val="78BFFF"/>
                </a:solidFill>
                <a:latin typeface="Noto Sans"/>
                <a:ea typeface="Noto Sans"/>
                <a:cs typeface="Noto Sans"/>
              </a:rPr>
              <a:t>다나와 상품</a:t>
            </a:r>
          </a:p>
        </p:txBody>
      </p:sp>
      <p:sp>
        <p:nvSpPr>
          <p:cNvPr id="46" name="RoomPick Docs Content">
            <a:extLst>
              <a:ext uri="{FF2B5EF4-FFF2-40B4-BE49-F238E27FC236}">
                <ns2:creationId id="{D2EC2AA9-4D40-40FD-9C84-9DC3D7904786}"/>
              </a:ext>
            </a:extLst>
          </p:cNvPr>
          <p:cNvSpPr>
            <a:spLocks noGrp="1"/>
          </p:cNvSpPr>
          <p:nvPr/>
        </p:nvSpPr>
        <p:spPr>
          <a:xfrm>
            <a:off x="809625" y="4810125"/>
            <a:ext cx="3333750" cy="904875"/>
          </a:xfrm>
          <a:prstGeom prst="rect">
            <a:avLst/>
          </a:prstGeom>
          <a:noFill/>
          <a:ln w="0">
            <a:noFill/>
          </a:ln>
        </p:spPr>
        <p:txBody>
          <a:bodyPr lIns="0" tIns="0" rIns="0" bIns="0" anchor="t">
            <a:noAutofit/>
          </a:bodyPr>
          <a:lstStyle>
            <a:defPPr algn="l">
              <a:defRPr sz="1425" b="0">
                <a:solidFill>
                  <a:srgbClr val="262626"/>
                </a:solidFill>
                <a:latin typeface="Noto Sans"/>
                <a:ea typeface="Noto Sans"/>
                <a:cs typeface="Noto Sans"/>
              </a:defRPr>
            </a:defPPr>
          </a:lstStyle>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서비스 추천 카탈로그</a:t>
            </a:r>
          </a:p>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저장 이미지와 상품 ID·URL 연결</a:t>
            </a:r>
          </a:p>
        </p:txBody>
      </p:sp>
      <p:sp>
        <p:nvSpPr>
          <p:cNvPr id="47" name="RoomPick Docs Content">
            <a:extLst>
              <a:ext uri="{FF2B5EF4-FFF2-40B4-BE49-F238E27FC236}">
                <ns2:creationId id="{0BFD47F0-95F0-48B1-B7C5-D6D6C5C8DEA0}"/>
              </a:ext>
            </a:extLst>
          </p:cNvPr>
          <p:cNvSpPr>
            <a:spLocks noGrp="1"/>
          </p:cNvSpPr>
          <p:nvPr/>
        </p:nvSpPr>
        <p:spPr>
          <a:xfrm>
            <a:off x="4429125" y="4276725"/>
            <a:ext cx="3333750" cy="352425"/>
          </a:xfrm>
          <a:prstGeom prst="rect">
            <a:avLst/>
          </a:prstGeom>
          <a:noFill/>
          <a:ln w="0">
            <a:noFill/>
          </a:ln>
        </p:spPr>
        <p:txBody>
          <a:bodyPr lIns="0" tIns="0" rIns="0" bIns="0" anchor="t">
            <a:noAutofit/>
          </a:bodyPr>
          <a:lstStyle>
            <a:defPPr algn="l">
              <a:defRPr sz="1725" b="1">
                <a:solidFill>
                  <a:srgbClr val="429B90"/>
                </a:solidFill>
                <a:latin typeface="Noto Sans"/>
                <a:ea typeface="Noto Sans"/>
                <a:cs typeface="Noto Sans"/>
              </a:defRPr>
            </a:defPPr>
          </a:lstStyle>
          <a:p>
            <a:pPr algn="l">
              <a:defRPr sz="1725" b="1">
                <a:solidFill>
                  <a:srgbClr val="429B90"/>
                </a:solidFill>
                <a:latin typeface="Noto Sans"/>
                <a:ea typeface="Noto Sans"/>
                <a:cs typeface="Noto Sans"/>
              </a:defRPr>
            </a:pPr>
            <a:r>
              <a:rPr sz="1725" b="1">
                <a:solidFill>
                  <a:srgbClr val="429B90"/>
                </a:solidFill>
                <a:latin typeface="Noto Sans"/>
                <a:ea typeface="Noto Sans"/>
                <a:cs typeface="Noto Sans"/>
              </a:rPr>
              <a:t>기존 도매꾹 이미지</a:t>
            </a:r>
          </a:p>
        </p:txBody>
      </p:sp>
      <p:sp>
        <p:nvSpPr>
          <p:cNvPr id="48" name="RoomPick Docs Content">
            <a:extLst>
              <a:ext uri="{FF2B5EF4-FFF2-40B4-BE49-F238E27FC236}">
                <ns2:creationId id="{11ADC670-8B05-4AD5-A94D-541A94DF1C32}"/>
              </a:ext>
            </a:extLst>
          </p:cNvPr>
          <p:cNvSpPr>
            <a:spLocks noGrp="1"/>
          </p:cNvSpPr>
          <p:nvPr/>
        </p:nvSpPr>
        <p:spPr>
          <a:xfrm>
            <a:off x="4429125" y="4810125"/>
            <a:ext cx="3333750" cy="904875"/>
          </a:xfrm>
          <a:prstGeom prst="rect">
            <a:avLst/>
          </a:prstGeom>
          <a:noFill/>
          <a:ln w="0">
            <a:noFill/>
          </a:ln>
        </p:spPr>
        <p:txBody>
          <a:bodyPr lIns="0" tIns="0" rIns="0" bIns="0" anchor="t">
            <a:noAutofit/>
          </a:bodyPr>
          <a:lstStyle>
            <a:defPPr algn="l">
              <a:defRPr sz="1425" b="0">
                <a:solidFill>
                  <a:srgbClr val="262626"/>
                </a:solidFill>
                <a:latin typeface="Noto Sans"/>
                <a:ea typeface="Noto Sans"/>
                <a:cs typeface="Noto Sans"/>
              </a:defRPr>
            </a:defPPr>
          </a:lstStyle>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공간 표현용 템플릿 제작 참고</a:t>
            </a:r>
          </a:p>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검수한 완성 템플릿을 등록</a:t>
            </a:r>
          </a:p>
        </p:txBody>
      </p:sp>
      <p:sp>
        <p:nvSpPr>
          <p:cNvPr id="49" name="RoomPick Docs Content">
            <a:extLst>
              <a:ext uri="{FF2B5EF4-FFF2-40B4-BE49-F238E27FC236}">
                <ns2:creationId id="{6A5629BB-46AC-40EB-B60D-A9FF83D79093}"/>
              </a:ext>
            </a:extLst>
          </p:cNvPr>
          <p:cNvSpPr>
            <a:spLocks noGrp="1"/>
          </p:cNvSpPr>
          <p:nvPr/>
        </p:nvSpPr>
        <p:spPr>
          <a:xfrm>
            <a:off x="8048625" y="4276725"/>
            <a:ext cx="3333750" cy="352425"/>
          </a:xfrm>
          <a:prstGeom prst="rect">
            <a:avLst/>
          </a:prstGeom>
          <a:noFill/>
          <a:ln w="0">
            <a:noFill/>
          </a:ln>
        </p:spPr>
        <p:txBody>
          <a:bodyPr lIns="0" tIns="0" rIns="0" bIns="0" anchor="t">
            <a:noAutofit/>
          </a:bodyPr>
          <a:lstStyle>
            <a:defPPr algn="l">
              <a:defRPr sz="1725" b="1">
                <a:solidFill>
                  <a:srgbClr val="A977D6"/>
                </a:solidFill>
                <a:latin typeface="Noto Sans"/>
                <a:ea typeface="Noto Sans"/>
                <a:cs typeface="Noto Sans"/>
              </a:defRPr>
            </a:defPPr>
          </a:lstStyle>
          <a:p>
            <a:pPr algn="l">
              <a:defRPr sz="1725" b="1">
                <a:solidFill>
                  <a:srgbClr val="A977D6"/>
                </a:solidFill>
                <a:latin typeface="Noto Sans"/>
                <a:ea typeface="Noto Sans"/>
                <a:cs typeface="Noto Sans"/>
              </a:defRPr>
            </a:pPr>
            <a:r>
              <a:rPr sz="1725" b="1">
                <a:solidFill>
                  <a:srgbClr val="A977D6"/>
                </a:solidFill>
                <a:latin typeface="Noto Sans"/>
                <a:ea typeface="Noto Sans"/>
                <a:cs typeface="Noto Sans"/>
              </a:rPr>
              <a:t>ABO 자료</a:t>
            </a:r>
          </a:p>
        </p:txBody>
      </p:sp>
      <p:sp>
        <p:nvSpPr>
          <p:cNvPr id="50" name="RoomPick Docs Content">
            <a:extLst>
              <a:ext uri="{FF2B5EF4-FFF2-40B4-BE49-F238E27FC236}">
                <ns2:creationId id="{68B11309-5263-4562-9C6B-5B96985EE90F}"/>
              </a:ext>
            </a:extLst>
          </p:cNvPr>
          <p:cNvSpPr>
            <a:spLocks noGrp="1"/>
          </p:cNvSpPr>
          <p:nvPr/>
        </p:nvSpPr>
        <p:spPr>
          <a:xfrm>
            <a:off x="8048625" y="4810125"/>
            <a:ext cx="3333750" cy="904875"/>
          </a:xfrm>
          <a:prstGeom prst="rect">
            <a:avLst/>
          </a:prstGeom>
          <a:noFill/>
          <a:ln w="0">
            <a:noFill/>
          </a:ln>
        </p:spPr>
        <p:txBody>
          <a:bodyPr lIns="0" tIns="0" rIns="0" bIns="0" anchor="t">
            <a:noAutofit/>
          </a:bodyPr>
          <a:lstStyle>
            <a:defPPr algn="l">
              <a:defRPr sz="1425" b="0">
                <a:solidFill>
                  <a:srgbClr val="262626"/>
                </a:solidFill>
                <a:latin typeface="Noto Sans"/>
                <a:ea typeface="Noto Sans"/>
                <a:cs typeface="Noto Sans"/>
              </a:defRPr>
            </a:defPPr>
          </a:lstStyle>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이미지 검색 시험과 비교 평가</a:t>
            </a:r>
          </a:p>
          <a:p>
            <a:pPr algn="l">
              <a:defRPr sz="1425" b="0">
                <a:solidFill>
                  <a:srgbClr val="262626"/>
                </a:solidFill>
                <a:latin typeface="Noto Sans"/>
                <a:ea typeface="Noto Sans"/>
                <a:cs typeface="Noto Sans"/>
              </a:defRPr>
            </a:pPr>
            <a:r>
              <a:rPr sz="1425" b="0">
                <a:solidFill>
                  <a:srgbClr val="262626"/>
                </a:solidFill>
                <a:latin typeface="Noto Sans"/>
                <a:ea typeface="Noto Sans"/>
                <a:cs typeface="Noto Sans"/>
              </a:rPr>
              <a:t>서비스 추천 인덱스와 분리</a:t>
            </a:r>
          </a:p>
        </p:txBody>
      </p:sp>
      <p:sp>
        <p:nvSpPr>
          <p:cNvPr id="51" name="RoomPick Docs Content">
            <a:extLst>
              <a:ext uri="{FF2B5EF4-FFF2-40B4-BE49-F238E27FC236}">
                <ns2:creationId id="{BB39254D-394D-46D7-9A94-2A55122DF952}"/>
              </a:ext>
            </a:extLst>
          </p:cNvPr>
          <p:cNvSpPr>
            <a:spLocks noGrp="1"/>
          </p:cNvSpPr>
          <p:nvPr/>
        </p:nvSpPr>
        <p:spPr>
          <a:xfrm>
            <a:off x="809625" y="6191250"/>
            <a:ext cx="10572750" cy="342900"/>
          </a:xfrm>
          <a:prstGeom prst="rect">
            <a:avLst/>
          </a:prstGeom>
          <a:noFill/>
          <a:ln w="0">
            <a:noFill/>
          </a:ln>
        </p:spPr>
        <p:txBody>
          <a:bodyPr lIns="0" tIns="0" rIns="0" bIns="0" anchor="t">
            <a:noAutofit/>
          </a:bodyPr>
          <a:lstStyle>
            <a:defPPr algn="l">
              <a:defRPr sz="1350" b="0">
                <a:solidFill>
                  <a:srgbClr val="808080"/>
                </a:solidFill>
                <a:latin typeface="Noto Sans"/>
                <a:ea typeface="Noto Sans"/>
                <a:cs typeface="Noto Sans"/>
              </a:defRPr>
            </a:defPPr>
          </a:lstStyle>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상품·템플릿·평가 자료는 자산 역할과 검색 인덱스를 구분합니다.</a:t>
            </a:r>
          </a:p>
        </p:txBody>
      </p:sp>
    </p:spTree>
    <p:extLst>
      <p:ext uri="{BB962C8B-B14F-4D97-AF65-F5344CB8AC3E}">
        <ns4:creationId val="2921141492"/>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show="0">
  <p:cSld>
    <p:spTree>
      <p:nvGrpSpPr>
        <p:cNvPr id="1" name=""/>
        <p:cNvGrpSpPr/>
        <p:nvPr/>
      </p:nvGrpSpPr>
      <p:grpSpPr>
        <a:xfrm/>
      </p:grpSpPr>
      <p:nvGrpSpPr>
        <p:cNvPr id="22" name=""/>
        <p:cNvGrpSpPr/>
        <p:nvPr/>
      </p:nvGrpSpPr>
      <p:sp>
        <p:nvSpPr>
          <p:cNvPr id="23" name="RoomPick Header Korean">
            <a:extLst>
              <a:ext uri="{FF2B5EF4-FFF2-40B4-BE49-F238E27FC236}">
                <ns2:creationId id="{F79EC0BF-D0B2-4192-8BA5-6349B2852610}"/>
              </a:ext>
            </a:extLst>
          </p:cNvPr>
          <p:cNvSpPr>
            <a:spLocks noGrp="1"/>
          </p:cNvSpPr>
          <p:nvPr/>
        </p:nvSpPr>
        <p:spPr>
          <a:xfrm>
            <a:off x="952500" y="171450"/>
            <a:ext cx="3238500" cy="514350"/>
          </a:xfrm>
          <a:prstGeom prst="rect">
            <a:avLst/>
          </a:prstGeom>
          <a:noFill/>
          <a:ln w="0">
            <a:noFill/>
          </a:ln>
        </p:spPr>
        <p:txBody>
          <a:bodyPr lIns="0" tIns="0" rIns="0" bIns="0" anchor="t">
            <a:noAutofit/>
          </a:bodyPr>
          <a:lstStyle>
            <a:defPPr algn="l">
              <a:defRPr sz="2700" b="1">
                <a:solidFill>
                  <a:srgbClr val="000000"/>
                </a:solidFill>
                <a:latin typeface="Noto Sans"/>
                <a:ea typeface="Noto Sans"/>
                <a:cs typeface="Noto Sans"/>
              </a:defRPr>
            </a:defPPr>
          </a:lstStyle>
          <a:p>
            <a:pPr algn="l">
              <a:defRPr sz="2700" b="1">
                <a:solidFill>
                  <a:srgbClr val="000000"/>
                </a:solidFill>
                <a:latin typeface="Noto Sans"/>
                <a:ea typeface="Noto Sans"/>
                <a:cs typeface="Noto Sans"/>
              </a:defRPr>
            </a:pPr>
            <a:r>
              <a:rPr sz="2700" b="1">
                <a:solidFill>
                  <a:srgbClr val="000000"/>
                </a:solidFill>
                <a:latin typeface="Noto Sans"/>
                <a:ea typeface="Noto Sans"/>
                <a:cs typeface="Noto Sans"/>
              </a:rPr>
              <a:t>AI 처리와 상품 추천</a:t>
            </a:r>
          </a:p>
        </p:txBody>
      </p:sp>
      <p:sp>
        <p:nvSpPr>
          <p:cNvPr id="24" name="RoomPick Header English">
            <a:extLst>
              <a:ext uri="{FF2B5EF4-FFF2-40B4-BE49-F238E27FC236}">
                <ns2:creationId id="{2E5CD7FD-0732-48DC-8B59-79CE740A804F}"/>
              </a:ext>
            </a:extLst>
          </p:cNvPr>
          <p:cNvSpPr>
            <a:spLocks noGrp="1"/>
          </p:cNvSpPr>
          <p:nvPr/>
        </p:nvSpPr>
        <p:spPr>
          <a:xfrm>
            <a:off x="4343400" y="371475"/>
            <a:ext cx="3238500" cy="295275"/>
          </a:xfrm>
          <a:prstGeom prst="rect">
            <a:avLst/>
          </a:prstGeom>
          <a:noFill/>
          <a:ln w="0">
            <a:noFill/>
          </a:ln>
        </p:spPr>
        <p:txBody>
          <a:bodyPr lIns="0" tIns="0" rIns="0" bIns="0" anchor="t">
            <a:noAutofit/>
          </a:bodyPr>
          <a:lstStyle>
            <a:defPPr algn="l">
              <a:defRPr sz="1350" b="0">
                <a:solidFill>
                  <a:srgbClr val="A6A6A6"/>
                </a:solidFill>
                <a:latin typeface="Noto Sans"/>
                <a:ea typeface="Noto Sans"/>
                <a:cs typeface="Noto Sans"/>
              </a:defRPr>
            </a:defPPr>
          </a:lstStyle>
          <a:p>
            <a:pPr algn="l">
              <a:defRPr sz="1350" b="0">
                <a:solidFill>
                  <a:srgbClr val="A6A6A6"/>
                </a:solidFill>
                <a:latin typeface="Noto Sans"/>
                <a:ea typeface="Noto Sans"/>
                <a:cs typeface="Noto Sans"/>
              </a:defRPr>
            </a:pPr>
            <a:r>
              <a:rPr sz="1350" b="0">
                <a:solidFill>
                  <a:srgbClr val="A6A6A6"/>
                </a:solidFill>
                <a:latin typeface="Noto Sans"/>
                <a:ea typeface="Noto Sans"/>
                <a:cs typeface="Noto Sans"/>
              </a:rPr>
              <a:t>AI &amp; Recommendation</a:t>
            </a:r>
          </a:p>
        </p:txBody>
      </p:sp>
      <p:pic>
        <p:nvPicPr>
          <p:cNvPr id="25" name="">
            <a:extLst>
              <a:ext uri="{FF2B5EF4-FFF2-40B4-BE49-F238E27FC236}">
                <ns2:creationId id="{0C862B00-DEF5-42CC-832D-9902DB9FCB8E}"/>
              </a:ext>
            </a:extLst>
          </p:cNvPr>
          <p:cNvPicPr>
            <a:picLocks noChangeAspect="1"/>
          </p:cNvPicPr>
          <p:nvPr/>
        </p:nvPicPr>
        <p:blipFill>
          <a:blip r:embed="rIdDocs1"/>
          <a:stretch/>
        </p:blipFill>
        <p:spPr>
          <a:xfrm>
            <a:off x="809625" y="1144191"/>
            <a:ext cx="10572750" cy="3788569"/>
          </a:xfrm>
          <a:prstGeom prst="rect">
            <a:avLst/>
          </a:prstGeom>
        </p:spPr>
      </p:pic>
      <p:sp>
        <p:nvSpPr>
          <p:cNvPr id="26" name="RoomPick Docs Content">
            <a:extLst>
              <a:ext uri="{FF2B5EF4-FFF2-40B4-BE49-F238E27FC236}">
                <ns2:creationId id="{A6B02F35-0411-485D-B740-0E524DC63256}"/>
              </a:ext>
            </a:extLst>
          </p:cNvPr>
          <p:cNvSpPr>
            <a:spLocks noGrp="1"/>
          </p:cNvSpPr>
          <p:nvPr/>
        </p:nvSpPr>
        <p:spPr>
          <a:xfrm>
            <a:off x="809625" y="5276850"/>
            <a:ext cx="3333750" cy="304800"/>
          </a:xfrm>
          <a:prstGeom prst="rect">
            <a:avLst/>
          </a:prstGeom>
          <a:noFill/>
          <a:ln w="0">
            <a:noFill/>
          </a:ln>
        </p:spPr>
        <p:txBody>
          <a:bodyPr lIns="0" tIns="0" rIns="0" bIns="0" anchor="t">
            <a:noAutofit/>
          </a:bodyPr>
          <a:lstStyle>
            <a:defPPr algn="l">
              <a:defRPr sz="1575" b="1">
                <a:solidFill>
                  <a:srgbClr val="78BFFF"/>
                </a:solidFill>
                <a:latin typeface="Noto Sans"/>
                <a:ea typeface="Noto Sans"/>
                <a:cs typeface="Noto Sans"/>
              </a:defRPr>
            </a:defPPr>
          </a:lstStyle>
          <a:p>
            <a:pPr algn="l">
              <a:defRPr sz="1575" b="1">
                <a:solidFill>
                  <a:srgbClr val="78BFFF"/>
                </a:solidFill>
                <a:latin typeface="Noto Sans"/>
                <a:ea typeface="Noto Sans"/>
                <a:cs typeface="Noto Sans"/>
              </a:defRPr>
            </a:pPr>
            <a:r>
              <a:rPr sz="1575" b="1">
                <a:solidFill>
                  <a:srgbClr val="78BFFF"/>
                </a:solidFill>
                <a:latin typeface="Noto Sans"/>
                <a:ea typeface="Noto Sans"/>
                <a:cs typeface="Noto Sans"/>
              </a:rPr>
              <a:t>해석과 물체 분석</a:t>
            </a:r>
          </a:p>
        </p:txBody>
      </p:sp>
      <p:sp>
        <p:nvSpPr>
          <p:cNvPr id="27" name="RoomPick Docs Content">
            <a:extLst>
              <a:ext uri="{FF2B5EF4-FFF2-40B4-BE49-F238E27FC236}">
                <ns2:creationId id="{BE12B093-FBB0-4CB2-87D0-1328BF5D83B9}"/>
              </a:ext>
            </a:extLst>
          </p:cNvPr>
          <p:cNvSpPr>
            <a:spLocks noGrp="1"/>
          </p:cNvSpPr>
          <p:nvPr/>
        </p:nvSpPr>
        <p:spPr>
          <a:xfrm>
            <a:off x="809625" y="5734050"/>
            <a:ext cx="3333750" cy="523875"/>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Gemini</a:t>
            </a:r>
          </a:p>
        </p:txBody>
      </p:sp>
      <p:sp>
        <p:nvSpPr>
          <p:cNvPr id="28" name="RoomPick Docs Content">
            <a:extLst>
              <a:ext uri="{FF2B5EF4-FFF2-40B4-BE49-F238E27FC236}">
                <ns2:creationId id="{9D4DB096-D810-4652-B59C-ED85FB8A2132}"/>
              </a:ext>
            </a:extLst>
          </p:cNvPr>
          <p:cNvSpPr>
            <a:spLocks noGrp="1"/>
          </p:cNvSpPr>
          <p:nvPr/>
        </p:nvSpPr>
        <p:spPr>
          <a:xfrm>
            <a:off x="4429125" y="5276850"/>
            <a:ext cx="3333750" cy="304800"/>
          </a:xfrm>
          <a:prstGeom prst="rect">
            <a:avLst/>
          </a:prstGeom>
          <a:noFill/>
          <a:ln w="0">
            <a:noFill/>
          </a:ln>
        </p:spPr>
        <p:txBody>
          <a:bodyPr lIns="0" tIns="0" rIns="0" bIns="0" anchor="t">
            <a:noAutofit/>
          </a:bodyPr>
          <a:lstStyle>
            <a:defPPr algn="l">
              <a:defRPr sz="1575" b="1">
                <a:solidFill>
                  <a:srgbClr val="429B90"/>
                </a:solidFill>
                <a:latin typeface="Noto Sans"/>
                <a:ea typeface="Noto Sans"/>
                <a:cs typeface="Noto Sans"/>
              </a:defRPr>
            </a:defPPr>
          </a:lstStyle>
          <a:p>
            <a:pPr algn="l">
              <a:defRPr sz="1575" b="1">
                <a:solidFill>
                  <a:srgbClr val="429B90"/>
                </a:solidFill>
                <a:latin typeface="Noto Sans"/>
                <a:ea typeface="Noto Sans"/>
                <a:cs typeface="Noto Sans"/>
              </a:defRPr>
            </a:pPr>
            <a:r>
              <a:rPr sz="1575" b="1">
                <a:solidFill>
                  <a:srgbClr val="429B90"/>
                </a:solidFill>
                <a:latin typeface="Noto Sans"/>
                <a:ea typeface="Noto Sans"/>
                <a:cs typeface="Noto Sans"/>
              </a:rPr>
              <a:t>공간 이미지 생성</a:t>
            </a:r>
          </a:p>
        </p:txBody>
      </p:sp>
      <p:sp>
        <p:nvSpPr>
          <p:cNvPr id="29" name="RoomPick Docs Content">
            <a:extLst>
              <a:ext uri="{FF2B5EF4-FFF2-40B4-BE49-F238E27FC236}">
                <ns2:creationId id="{220BBD22-345D-47F0-9CD9-4B9061F12ACA}"/>
              </a:ext>
            </a:extLst>
          </p:cNvPr>
          <p:cNvSpPr>
            <a:spLocks noGrp="1"/>
          </p:cNvSpPr>
          <p:nvPr/>
        </p:nvSpPr>
        <p:spPr>
          <a:xfrm>
            <a:off x="4429125" y="5734050"/>
            <a:ext cx="3333750" cy="523875"/>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Cloudflare FLUX.2 klein 4B</a:t>
            </a:r>
          </a:p>
        </p:txBody>
      </p:sp>
      <p:sp>
        <p:nvSpPr>
          <p:cNvPr id="30" name="RoomPick Docs Content">
            <a:extLst>
              <a:ext uri="{FF2B5EF4-FFF2-40B4-BE49-F238E27FC236}">
                <ns2:creationId id="{2E052F52-7006-4A56-BD14-33C6D474C92E}"/>
              </a:ext>
            </a:extLst>
          </p:cNvPr>
          <p:cNvSpPr>
            <a:spLocks noGrp="1"/>
          </p:cNvSpPr>
          <p:nvPr/>
        </p:nvSpPr>
        <p:spPr>
          <a:xfrm>
            <a:off x="8048625" y="5276850"/>
            <a:ext cx="3333750" cy="304800"/>
          </a:xfrm>
          <a:prstGeom prst="rect">
            <a:avLst/>
          </a:prstGeom>
          <a:noFill/>
          <a:ln w="0">
            <a:noFill/>
          </a:ln>
        </p:spPr>
        <p:txBody>
          <a:bodyPr lIns="0" tIns="0" rIns="0" bIns="0" anchor="t">
            <a:noAutofit/>
          </a:bodyPr>
          <a:lstStyle>
            <a:defPPr algn="l">
              <a:defRPr sz="1575" b="1">
                <a:solidFill>
                  <a:srgbClr val="A977D6"/>
                </a:solidFill>
                <a:latin typeface="Noto Sans"/>
                <a:ea typeface="Noto Sans"/>
                <a:cs typeface="Noto Sans"/>
              </a:defRPr>
            </a:defPPr>
          </a:lstStyle>
          <a:p>
            <a:pPr algn="l">
              <a:defRPr sz="1575" b="1">
                <a:solidFill>
                  <a:srgbClr val="A977D6"/>
                </a:solidFill>
                <a:latin typeface="Noto Sans"/>
                <a:ea typeface="Noto Sans"/>
                <a:cs typeface="Noto Sans"/>
              </a:defRPr>
            </a:pPr>
            <a:r>
              <a:rPr sz="1575" b="1">
                <a:solidFill>
                  <a:srgbClr val="A977D6"/>
                </a:solidFill>
                <a:latin typeface="Noto Sans"/>
                <a:ea typeface="Noto Sans"/>
                <a:cs typeface="Noto Sans"/>
              </a:rPr>
              <a:t>유사 상품 검색</a:t>
            </a:r>
          </a:p>
        </p:txBody>
      </p:sp>
      <p:sp>
        <p:nvSpPr>
          <p:cNvPr id="31" name="RoomPick Docs Content">
            <a:extLst>
              <a:ext uri="{FF2B5EF4-FFF2-40B4-BE49-F238E27FC236}">
                <ns2:creationId id="{FDEB0211-634E-4EE2-9F08-C526DA6D2851}"/>
              </a:ext>
            </a:extLst>
          </p:cNvPr>
          <p:cNvSpPr>
            <a:spLocks noGrp="1"/>
          </p:cNvSpPr>
          <p:nvPr/>
        </p:nvSpPr>
        <p:spPr>
          <a:xfrm>
            <a:off x="8048625" y="5734050"/>
            <a:ext cx="3333750" cy="523875"/>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Gemini Embedding 2와 FAISS</a:t>
            </a:r>
          </a:p>
        </p:txBody>
      </p:sp>
      <p:sp>
        <p:nvSpPr>
          <p:cNvPr id="32" name="RoomPick Docs Content">
            <a:extLst>
              <a:ext uri="{FF2B5EF4-FFF2-40B4-BE49-F238E27FC236}">
                <ns2:creationId id="{BF84024E-0336-4D10-BD62-CE83D511B753}"/>
              </a:ext>
            </a:extLst>
          </p:cNvPr>
          <p:cNvSpPr>
            <a:spLocks noGrp="1"/>
          </p:cNvSpPr>
          <p:nvPr/>
        </p:nvSpPr>
        <p:spPr>
          <a:xfrm>
            <a:off x="809625" y="6400800"/>
            <a:ext cx="10572750" cy="285750"/>
          </a:xfrm>
          <a:prstGeom prst="rect">
            <a:avLst/>
          </a:prstGeom>
          <a:noFill/>
          <a:ln w="0">
            <a:noFill/>
          </a:ln>
        </p:spPr>
        <p:txBody>
          <a:bodyPr lIns="0" tIns="0" rIns="0" bIns="0" anchor="t">
            <a:noAutofit/>
          </a:bodyPr>
          <a:lstStyle>
            <a:defPPr algn="l">
              <a:defRPr sz="1200" b="0">
                <a:solidFill>
                  <a:srgbClr val="808080"/>
                </a:solidFill>
                <a:latin typeface="Noto Sans"/>
                <a:ea typeface="Noto Sans"/>
                <a:cs typeface="Noto Sans"/>
              </a:defRPr>
            </a:defPPr>
          </a:lstStyle>
          <a:p>
            <a:pPr algn="l">
              <a:defRPr sz="1200" b="0">
                <a:solidFill>
                  <a:srgbClr val="808080"/>
                </a:solidFill>
                <a:latin typeface="Noto Sans"/>
                <a:ea typeface="Noto Sans"/>
                <a:cs typeface="Noto Sans"/>
              </a:defRPr>
            </a:pPr>
            <a:r>
              <a:rPr sz="1200" b="0">
                <a:solidFill>
                  <a:srgbClr val="808080"/>
                </a:solidFill>
                <a:latin typeface="Noto Sans"/>
                <a:ea typeface="Noto Sans"/>
                <a:cs typeface="Noto Sans"/>
              </a:rPr>
              <a:t>설계의 모델 역할이며 계정별 호출과 품질은 구현 후 검증합니다.</a:t>
            </a:r>
          </a:p>
        </p:txBody>
      </p:sp>
    </p:spTree>
    <p:extLst>
      <p:ext uri="{BB962C8B-B14F-4D97-AF65-F5344CB8AC3E}">
        <ns4:creationId val="1703647012"/>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show="0">
  <p:cSld>
    <p:spTree>
      <p:nvGrpSpPr>
        <p:cNvPr id="1" name=""/>
        <p:cNvGrpSpPr/>
        <p:nvPr/>
      </p:nvGrpSpPr>
      <p:grpSpPr>
        <a:xfrm/>
      </p:grpSpPr>
      <p:nvGrpSpPr>
        <p:cNvPr id="111" name=""/>
        <p:cNvGrpSpPr/>
        <p:nvPr/>
      </p:nvGrpSpPr>
      <p:sp>
        <p:nvSpPr>
          <p:cNvPr id="112" name="RoomPick Header Korean">
            <a:extLst>
              <a:ext uri="{FF2B5EF4-FFF2-40B4-BE49-F238E27FC236}">
                <ns2:creationId id="{D5E9E001-98FC-43F5-AD9C-3F7D70094484}"/>
              </a:ext>
            </a:extLst>
          </p:cNvPr>
          <p:cNvSpPr>
            <a:spLocks noGrp="1"/>
          </p:cNvSpPr>
          <p:nvPr/>
        </p:nvSpPr>
        <p:spPr>
          <a:xfrm>
            <a:off x="952500" y="171450"/>
            <a:ext cx="3857625" cy="514350"/>
          </a:xfrm>
          <a:prstGeom prst="rect">
            <a:avLst/>
          </a:prstGeom>
          <a:noFill/>
          <a:ln w="0">
            <a:noFill/>
          </a:ln>
        </p:spPr>
        <p:txBody>
          <a:bodyPr lIns="0" tIns="0" rIns="0" bIns="0" anchor="t">
            <a:noAutofit/>
          </a:bodyPr>
          <a:lstStyle>
            <a:defPPr algn="l">
              <a:defRPr sz="2700" b="1">
                <a:solidFill>
                  <a:srgbClr val="000000"/>
                </a:solidFill>
                <a:latin typeface="Noto Sans"/>
                <a:ea typeface="Noto Sans"/>
                <a:cs typeface="Noto Sans"/>
              </a:defRPr>
            </a:defPPr>
          </a:lstStyle>
          <a:p>
            <a:pPr algn="l">
              <a:defRPr sz="2700" b="1">
                <a:solidFill>
                  <a:srgbClr val="000000"/>
                </a:solidFill>
                <a:latin typeface="Noto Sans"/>
                <a:ea typeface="Noto Sans"/>
                <a:cs typeface="Noto Sans"/>
              </a:defRPr>
            </a:pPr>
            <a:r>
              <a:rPr sz="2700" b="1">
                <a:solidFill>
                  <a:srgbClr val="000000"/>
                </a:solidFill>
                <a:latin typeface="Noto Sans"/>
                <a:ea typeface="Noto Sans"/>
                <a:cs typeface="Noto Sans"/>
              </a:rPr>
              <a:t>입력 보존과 행동 데이터</a:t>
            </a:r>
          </a:p>
        </p:txBody>
      </p:sp>
      <p:sp>
        <p:nvSpPr>
          <p:cNvPr id="113" name="RoomPick Header English">
            <a:extLst>
              <a:ext uri="{FF2B5EF4-FFF2-40B4-BE49-F238E27FC236}">
                <ns2:creationId id="{951A3AF3-FBFC-46D3-80A3-744A0D1822ED}"/>
              </a:ext>
            </a:extLst>
          </p:cNvPr>
          <p:cNvSpPr>
            <a:spLocks noGrp="1"/>
          </p:cNvSpPr>
          <p:nvPr/>
        </p:nvSpPr>
        <p:spPr>
          <a:xfrm>
            <a:off x="4962525" y="371475"/>
            <a:ext cx="3238500" cy="295275"/>
          </a:xfrm>
          <a:prstGeom prst="rect">
            <a:avLst/>
          </a:prstGeom>
          <a:noFill/>
          <a:ln w="0">
            <a:noFill/>
          </a:ln>
        </p:spPr>
        <p:txBody>
          <a:bodyPr lIns="0" tIns="0" rIns="0" bIns="0" anchor="t">
            <a:noAutofit/>
          </a:bodyPr>
          <a:lstStyle>
            <a:defPPr algn="l">
              <a:defRPr sz="1350" b="0">
                <a:solidFill>
                  <a:srgbClr val="A6A6A6"/>
                </a:solidFill>
                <a:latin typeface="Noto Sans"/>
                <a:ea typeface="Noto Sans"/>
                <a:cs typeface="Noto Sans"/>
              </a:defRPr>
            </a:defPPr>
          </a:lstStyle>
          <a:p>
            <a:pPr algn="l">
              <a:defRPr sz="1350" b="0">
                <a:solidFill>
                  <a:srgbClr val="A6A6A6"/>
                </a:solidFill>
                <a:latin typeface="Noto Sans"/>
                <a:ea typeface="Noto Sans"/>
                <a:cs typeface="Noto Sans"/>
              </a:defRPr>
            </a:pPr>
            <a:r>
              <a:rPr sz="1350" b="0">
                <a:solidFill>
                  <a:srgbClr val="A6A6A6"/>
                </a:solidFill>
                <a:latin typeface="Noto Sans"/>
                <a:ea typeface="Noto Sans"/>
                <a:cs typeface="Noto Sans"/>
              </a:rPr>
              <a:t>Data Reliability</a:t>
            </a:r>
          </a:p>
        </p:txBody>
      </p:sp>
      <p:pic>
        <p:nvPicPr>
          <p:cNvPr id="114" name="">
            <a:extLst>
              <a:ext uri="{FF2B5EF4-FFF2-40B4-BE49-F238E27FC236}">
                <ns2:creationId id="{690A4F17-3942-401D-B65D-0B0AD3AEC00C}"/>
              </a:ext>
            </a:extLst>
          </p:cNvPr>
          <p:cNvPicPr>
            <a:picLocks noChangeAspect="1"/>
          </p:cNvPicPr>
          <p:nvPr/>
        </p:nvPicPr>
        <p:blipFill>
          <a:blip r:embed="rIdDocs1"/>
          <a:stretch/>
        </p:blipFill>
        <p:spPr>
          <a:xfrm>
            <a:off x="809625" y="1144191"/>
            <a:ext cx="10572750" cy="3788569"/>
          </a:xfrm>
          <a:prstGeom prst="rect">
            <a:avLst/>
          </a:prstGeom>
        </p:spPr>
      </p:pic>
      <p:sp>
        <p:nvSpPr>
          <p:cNvPr id="115" name="RoomPick Docs Content">
            <a:extLst>
              <a:ext uri="{FF2B5EF4-FFF2-40B4-BE49-F238E27FC236}">
                <ns2:creationId id="{F43A7BBC-6C45-46AB-BD20-48EB23B74C2F}"/>
              </a:ext>
            </a:extLst>
          </p:cNvPr>
          <p:cNvSpPr>
            <a:spLocks noGrp="1"/>
          </p:cNvSpPr>
          <p:nvPr/>
        </p:nvSpPr>
        <p:spPr>
          <a:xfrm>
            <a:off x="809625" y="5257800"/>
            <a:ext cx="2667000" cy="323850"/>
          </a:xfrm>
          <a:prstGeom prst="rect">
            <a:avLst/>
          </a:prstGeom>
          <a:noFill/>
          <a:ln w="0">
            <a:noFill/>
          </a:ln>
        </p:spPr>
        <p:txBody>
          <a:bodyPr lIns="0" tIns="0" rIns="0" bIns="0" anchor="t">
            <a:noAutofit/>
          </a:bodyPr>
          <a:lstStyle>
            <a:defPPr algn="l">
              <a:defRPr sz="1650" b="1">
                <a:solidFill>
                  <a:srgbClr val="78BFFF"/>
                </a:solidFill>
                <a:latin typeface="Noto Sans"/>
                <a:ea typeface="Noto Sans"/>
                <a:cs typeface="Noto Sans"/>
              </a:defRPr>
            </a:defPPr>
          </a:lstStyle>
          <a:p>
            <a:pPr algn="l">
              <a:defRPr sz="1650" b="1">
                <a:solidFill>
                  <a:srgbClr val="78BFFF"/>
                </a:solidFill>
                <a:latin typeface="Noto Sans"/>
                <a:ea typeface="Noto Sans"/>
                <a:cs typeface="Noto Sans"/>
              </a:defRPr>
            </a:pPr>
            <a:r>
              <a:rPr sz="1650" b="1">
                <a:solidFill>
                  <a:srgbClr val="78BFFF"/>
                </a:solidFill>
                <a:latin typeface="Noto Sans"/>
                <a:ea typeface="Noto Sans"/>
                <a:cs typeface="Noto Sans"/>
              </a:rPr>
              <a:t>반응 수집</a:t>
            </a:r>
          </a:p>
        </p:txBody>
      </p:sp>
      <p:sp>
        <p:nvSpPr>
          <p:cNvPr id="116" name="RoomPick Docs Content">
            <a:extLst>
              <a:ext uri="{FF2B5EF4-FFF2-40B4-BE49-F238E27FC236}">
                <ns2:creationId id="{81ECC8D5-D0CA-453B-BE77-348BD508B4B5}"/>
              </a:ext>
            </a:extLst>
          </p:cNvPr>
          <p:cNvSpPr>
            <a:spLocks noGrp="1"/>
          </p:cNvSpPr>
          <p:nvPr/>
        </p:nvSpPr>
        <p:spPr>
          <a:xfrm>
            <a:off x="809625" y="5743575"/>
            <a:ext cx="3238500" cy="685800"/>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실제 노출·선택·명시적 거절</a:t>
            </a:r>
          </a:p>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다나와 비교 링크 클릭</a:t>
            </a:r>
          </a:p>
        </p:txBody>
      </p:sp>
      <p:sp>
        <p:nvSpPr>
          <p:cNvPr id="117" name="RoomPick Docs Content">
            <a:extLst>
              <a:ext uri="{FF2B5EF4-FFF2-40B4-BE49-F238E27FC236}">
                <ns2:creationId id="{090774D0-3AEC-483C-9D84-EECD641CD944}"/>
              </a:ext>
            </a:extLst>
          </p:cNvPr>
          <p:cNvSpPr>
            <a:spLocks noGrp="1"/>
          </p:cNvSpPr>
          <p:nvPr/>
        </p:nvSpPr>
        <p:spPr>
          <a:xfrm>
            <a:off x="4429125" y="5257800"/>
            <a:ext cx="2857500" cy="323850"/>
          </a:xfrm>
          <a:prstGeom prst="rect">
            <a:avLst/>
          </a:prstGeom>
          <a:noFill/>
          <a:ln w="0">
            <a:noFill/>
          </a:ln>
        </p:spPr>
        <p:txBody>
          <a:bodyPr lIns="0" tIns="0" rIns="0" bIns="0" anchor="t">
            <a:noAutofit/>
          </a:bodyPr>
          <a:lstStyle>
            <a:defPPr algn="l">
              <a:defRPr sz="1650" b="1">
                <a:solidFill>
                  <a:srgbClr val="429B90"/>
                </a:solidFill>
                <a:latin typeface="Noto Sans"/>
                <a:ea typeface="Noto Sans"/>
                <a:cs typeface="Noto Sans"/>
              </a:defRPr>
            </a:defPPr>
          </a:lstStyle>
          <a:p>
            <a:pPr algn="l">
              <a:defRPr sz="1650" b="1">
                <a:solidFill>
                  <a:srgbClr val="429B90"/>
                </a:solidFill>
                <a:latin typeface="Noto Sans"/>
                <a:ea typeface="Noto Sans"/>
                <a:cs typeface="Noto Sans"/>
              </a:defRPr>
            </a:pPr>
            <a:r>
              <a:rPr sz="1650" b="1">
                <a:solidFill>
                  <a:srgbClr val="429B90"/>
                </a:solidFill>
                <a:latin typeface="Noto Sans"/>
                <a:ea typeface="Noto Sans"/>
                <a:cs typeface="Noto Sans"/>
              </a:rPr>
              <a:t>전달과 검증</a:t>
            </a:r>
          </a:p>
        </p:txBody>
      </p:sp>
      <p:sp>
        <p:nvSpPr>
          <p:cNvPr id="118" name="RoomPick Docs Content">
            <a:extLst>
              <a:ext uri="{FF2B5EF4-FFF2-40B4-BE49-F238E27FC236}">
                <ns2:creationId id="{5C3DAC28-5D70-4F1F-8CAB-29A88A3ACDBF}"/>
              </a:ext>
            </a:extLst>
          </p:cNvPr>
          <p:cNvSpPr>
            <a:spLocks noGrp="1"/>
          </p:cNvSpPr>
          <p:nvPr/>
        </p:nvSpPr>
        <p:spPr>
          <a:xfrm>
            <a:off x="4429125" y="5743575"/>
            <a:ext cx="3238500" cy="685800"/>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Application 이벤트와 Outbox</a:t>
            </a:r>
          </a:p>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Kafka 전달, event_id 중복 제거</a:t>
            </a:r>
          </a:p>
        </p:txBody>
      </p:sp>
      <p:sp>
        <p:nvSpPr>
          <p:cNvPr id="119" name="RoomPick Docs Content">
            <a:extLst>
              <a:ext uri="{FF2B5EF4-FFF2-40B4-BE49-F238E27FC236}">
                <ns2:creationId id="{33DE6929-18D2-45A9-A645-51ACBE572472}"/>
              </a:ext>
            </a:extLst>
          </p:cNvPr>
          <p:cNvSpPr>
            <a:spLocks noGrp="1"/>
          </p:cNvSpPr>
          <p:nvPr/>
        </p:nvSpPr>
        <p:spPr>
          <a:xfrm>
            <a:off x="8048625" y="5257800"/>
            <a:ext cx="3048000" cy="323850"/>
          </a:xfrm>
          <a:prstGeom prst="rect">
            <a:avLst/>
          </a:prstGeom>
          <a:noFill/>
          <a:ln w="0">
            <a:noFill/>
          </a:ln>
        </p:spPr>
        <p:txBody>
          <a:bodyPr lIns="0" tIns="0" rIns="0" bIns="0" anchor="t">
            <a:noAutofit/>
          </a:bodyPr>
          <a:lstStyle>
            <a:defPPr algn="l">
              <a:defRPr sz="1650" b="1">
                <a:solidFill>
                  <a:srgbClr val="A977D6"/>
                </a:solidFill>
                <a:latin typeface="Noto Sans"/>
                <a:ea typeface="Noto Sans"/>
                <a:cs typeface="Noto Sans"/>
              </a:defRPr>
            </a:defPPr>
          </a:lstStyle>
          <a:p>
            <a:pPr algn="l">
              <a:defRPr sz="1650" b="1">
                <a:solidFill>
                  <a:srgbClr val="A977D6"/>
                </a:solidFill>
                <a:latin typeface="Noto Sans"/>
                <a:ea typeface="Noto Sans"/>
                <a:cs typeface="Noto Sans"/>
              </a:defRPr>
            </a:pPr>
            <a:r>
              <a:rPr sz="1650" b="1">
                <a:solidFill>
                  <a:srgbClr val="A977D6"/>
                </a:solidFill>
                <a:latin typeface="Noto Sans"/>
                <a:ea typeface="Noto Sans"/>
                <a:cs typeface="Noto Sans"/>
              </a:rPr>
              <a:t>분석과 보존</a:t>
            </a:r>
          </a:p>
        </p:txBody>
      </p:sp>
      <p:sp>
        <p:nvSpPr>
          <p:cNvPr id="120" name="RoomPick Docs Content">
            <a:extLst>
              <a:ext uri="{FF2B5EF4-FFF2-40B4-BE49-F238E27FC236}">
                <ns2:creationId id="{056638D5-A8CB-465B-ACE0-1DAA68C3E43C}"/>
              </a:ext>
            </a:extLst>
          </p:cNvPr>
          <p:cNvSpPr>
            <a:spLocks noGrp="1"/>
          </p:cNvSpPr>
          <p:nvPr/>
        </p:nvSpPr>
        <p:spPr>
          <a:xfrm>
            <a:off x="8048625" y="5743575"/>
            <a:ext cx="3333750" cy="685800"/>
          </a:xfrm>
          <a:prstGeom prst="rect">
            <a:avLst/>
          </a:prstGeom>
          <a:noFill/>
          <a:ln w="0">
            <a:noFill/>
          </a:ln>
        </p:spPr>
        <p:txBody>
          <a:bodyPr lIns="0" tIns="0" rIns="0" bIns="0" anchor="t">
            <a:noAutofit/>
          </a:bodyPr>
          <a:lstStyle>
            <a:defPPr algn="l">
              <a:defRPr sz="1350" b="0">
                <a:solidFill>
                  <a:srgbClr val="262626"/>
                </a:solidFill>
                <a:latin typeface="Noto Sans"/>
                <a:ea typeface="Noto Sans"/>
                <a:cs typeface="Noto Sans"/>
              </a:defRPr>
            </a:defPPr>
          </a:lstStyle>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Spark의 Bronze·Silver·Gold</a:t>
            </a:r>
          </a:p>
          <a:p>
            <a:pPr algn="l">
              <a:defRPr sz="1350" b="0">
                <a:solidFill>
                  <a:srgbClr val="262626"/>
                </a:solidFill>
                <a:latin typeface="Noto Sans"/>
                <a:ea typeface="Noto Sans"/>
                <a:cs typeface="Noto Sans"/>
              </a:defRPr>
            </a:pPr>
            <a:r>
              <a:rPr sz="1350" b="0">
                <a:solidFill>
                  <a:srgbClr val="262626"/>
                </a:solidFill>
                <a:latin typeface="Noto Sans"/>
                <a:ea typeface="Noto Sans"/>
                <a:cs typeface="Noto Sans"/>
              </a:rPr>
              <a:t>실패 입력 유지와 기간별 반응 집계</a:t>
            </a:r>
          </a:p>
        </p:txBody>
      </p:sp>
    </p:spTree>
    <p:extLst>
      <p:ext uri="{BB962C8B-B14F-4D97-AF65-F5344CB8AC3E}">
        <ns4:creationId val="3269279548"/>
      </p:ext>
    </p:extLst>
  </p:cSld>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show="0">
  <p:cSld>
    <p:spTree>
      <p:nvGrpSpPr>
        <p:cNvPr id="1" name=""/>
        <p:cNvGrpSpPr/>
        <p:nvPr/>
      </p:nvGrpSpPr>
      <p:grpSpPr>
        <a:xfrm/>
      </p:grpSpPr>
      <p:sp>
        <p:nvSpPr>
          <p:cNvPr id="60" name="RoomPick Header Korean">
            <a:extLst>
              <a:ext uri="{FF2B5EF4-FFF2-40B4-BE49-F238E27FC236}">
                <ns2:creationId id="{3BEDBC5E-484B-4E09-B87C-25B2E5E6630E}"/>
              </a:ext>
            </a:extLst>
          </p:cNvPr>
          <p:cNvSpPr>
            <a:spLocks noGrp="1"/>
          </p:cNvSpPr>
          <p:nvPr/>
        </p:nvSpPr>
        <p:spPr>
          <a:xfrm>
            <a:off x="952500" y="171450"/>
            <a:ext cx="350520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검증 계획과 현재 한계</a:t>
            </a:r>
          </a:p>
        </p:txBody>
      </p:sp>
      <p:sp>
        <p:nvSpPr>
          <p:cNvPr id="61" name="RoomPick Header English">
            <a:extLst>
              <a:ext uri="{FF2B5EF4-FFF2-40B4-BE49-F238E27FC236}">
                <ns2:creationId id="{635A6474-85C4-4884-ABD1-F1BA9CC362C8}"/>
              </a:ext>
            </a:extLst>
          </p:cNvPr>
          <p:cNvSpPr>
            <a:spLocks noGrp="1"/>
          </p:cNvSpPr>
          <p:nvPr/>
        </p:nvSpPr>
        <p:spPr>
          <a:xfrm>
            <a:off x="461010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Evaluation</a:t>
            </a:r>
          </a:p>
        </p:txBody>
      </p:sp>
      <p:nvGrpSpPr>
        <p:cNvPr id="62" name=""/>
        <p:cNvGrpSpPr/>
        <p:nvPr/>
      </p:nvGrpSpPr>
      <p:sp>
        <p:nvSpPr>
          <p:cNvPr id="63" name="RoomPick Docs Content">
            <a:extLst>
              <a:ext uri="{FF2B5EF4-FFF2-40B4-BE49-F238E27FC236}">
                <ns2:creationId id="{8EBE126B-7522-4F00-9645-C0A6034E997C}"/>
              </a:ext>
            </a:extLst>
          </p:cNvPr>
          <p:cNvSpPr>
            <a:spLocks noGrp="1"/>
          </p:cNvSpPr>
          <p:nvPr/>
        </p:nvSpPr>
        <p:spPr>
          <a:xfrm>
            <a:off x="809625" y="1219200"/>
            <a:ext cx="10572750" cy="428625"/>
          </a:xfrm>
          <a:prstGeom prst="rect">
            <a:avLst/>
          </a:prstGeom>
          <a:noFill/>
          <a:ln w="0">
            <a:noFill/>
          </a:ln>
        </p:spPr>
        <p:txBody>
          <a:bodyPr lIns="0" tIns="0" rIns="0" bIns="0" anchor="t">
            <a:noAutofit/>
          </a:bodyPr>
          <a:lstStyle>
            <a:defPPr algn="l">
              <a:defRPr sz="1875" b="0">
                <a:solidFill>
                  <a:srgbClr val="262626"/>
                </a:solidFill>
                <a:latin typeface="Noto Sans"/>
                <a:ea typeface="Noto Sans"/>
                <a:cs typeface="Noto Sans"/>
              </a:defRPr>
            </a:defPPr>
          </a:lstStyle>
          <a:p>
            <a:pPr algn="l">
              <a:defRPr sz="1875" b="0">
                <a:solidFill>
                  <a:srgbClr val="262626"/>
                </a:solidFill>
                <a:latin typeface="Noto Sans"/>
                <a:ea typeface="Noto Sans"/>
                <a:cs typeface="Noto Sans"/>
              </a:defRPr>
            </a:pPr>
            <a:r>
              <a:rPr sz="1875" b="0">
                <a:solidFill>
                  <a:srgbClr val="262626"/>
                </a:solidFill>
                <a:latin typeface="Noto Sans"/>
                <a:ea typeface="Noto Sans"/>
                <a:cs typeface="Noto Sans"/>
              </a:rPr>
              <a:t>구현 후 확인할 통과 기준</a:t>
            </a:r>
          </a:p>
        </p:txBody>
      </p:sp>
      <p:graphicFrame>
        <p:nvGraphicFramePr>
          <p:cNvPr id="64" name="">
            <a:extLst>
              <a:ext uri="{FF2B5EF4-FFF2-40B4-BE49-F238E27FC236}">
                <ns2:creationId id="{F95A87B5-C3E0-4973-984D-D2293E967BDD}"/>
              </a:ext>
            </a:extLst>
          </p:cNvPr>
          <p:cNvGraphicFramePr/>
          <p:nvPr/>
        </p:nvGraphicFramePr>
        <p:xfrm>
          <a:off x="809625" y="1981200"/>
          <a:ext cx="10572750" cy="3533775"/>
        </p:xfrm>
        <a:graphic>
          <a:graphicData uri="http://schemas.openxmlformats.org/drawingml/2006/table">
            <a:tbl>
              <a:tblPr/>
              <a:tblGrid>
                <a:gridCol w="1809750"/>
                <a:gridCol w="4381500"/>
                <a:gridCol w="4381500"/>
              </a:tblGrid>
              <a:tr h="588963">
                <a:tc>
                  <a:txBody>
                    <a:bodyPr>
                      <a:noAutofit/>
                    </a:bodyPr>
                    <a:lstStyle/>
                    <a:p>
                      <a:pPr algn="l"/>
                      <a:r>
                        <a:rPr sz="1350" b="1">
                          <a:solidFill>
                            <a:srgbClr val="FFFFFF"/>
                          </a:solidFill>
                          <a:latin typeface="Noto Sans"/>
                          <a:ea typeface="Noto Sans"/>
                          <a:cs typeface="Noto Sans"/>
                        </a:rPr>
                        <a:t>검증 영역</a:t>
                      </a:r>
                    </a:p>
                  </a:txBody>
                  <a:tcPr marL="114300" marR="114300" marT="76200" marB="76200" anchor="ctr">
                    <a:lnL w="4763">
                      <a:solidFill>
                        <a:srgbClr val="E6E6E6"/>
                      </a:solidFill>
                      <a:prstDash val="solid"/>
                    </a:lnL>
                    <a:lnR w="4763">
                      <a:solidFill>
                        <a:srgbClr val="E6E6E6"/>
                      </a:solidFill>
                      <a:prstDash val="solid"/>
                    </a:lnR>
                    <a:lnT w="4763">
                      <a:solidFill>
                        <a:srgbClr val="E6E6E6"/>
                      </a:solidFill>
                      <a:prstDash val="solid"/>
                    </a:lnT>
                    <a:lnB w="4763">
                      <a:solidFill>
                        <a:srgbClr val="E6E6E6"/>
                      </a:solidFill>
                      <a:prstDash val="solid"/>
                    </a:lnB>
                    <a:solidFill>
                      <a:srgbClr val="262626"/>
                    </a:solidFill>
                  </a:tcPr>
                </a:tc>
                <a:tc>
                  <a:txBody>
                    <a:bodyPr>
                      <a:noAutofit/>
                    </a:bodyPr>
                    <a:lstStyle/>
                    <a:p>
                      <a:pPr algn="l"/>
                      <a:r>
                        <a:rPr sz="1350" b="1">
                          <a:solidFill>
                            <a:srgbClr val="FFFFFF"/>
                          </a:solidFill>
                          <a:latin typeface="Noto Sans"/>
                          <a:ea typeface="Noto Sans"/>
                          <a:cs typeface="Noto Sans"/>
                        </a:rPr>
                        <a:t>핵심 확인 항목</a:t>
                      </a:r>
                    </a:p>
                  </a:txBody>
                  <a:tcPr marL="114300" marR="114300" marT="76200" marB="76200" anchor="ctr">
                    <a:lnR w="4763">
                      <a:solidFill>
                        <a:srgbClr val="E6E6E6"/>
                      </a:solidFill>
                      <a:prstDash val="solid"/>
                    </a:lnR>
                    <a:lnT w="4763">
                      <a:solidFill>
                        <a:srgbClr val="E6E6E6"/>
                      </a:solidFill>
                      <a:prstDash val="solid"/>
                    </a:lnT>
                    <a:lnB w="4763">
                      <a:solidFill>
                        <a:srgbClr val="E6E6E6"/>
                      </a:solidFill>
                      <a:prstDash val="solid"/>
                    </a:lnB>
                    <a:solidFill>
                      <a:srgbClr val="262626"/>
                    </a:solidFill>
                  </a:tcPr>
                </a:tc>
                <a:tc>
                  <a:txBody>
                    <a:bodyPr>
                      <a:noAutofit/>
                    </a:bodyPr>
                    <a:lstStyle/>
                    <a:p>
                      <a:pPr algn="l"/>
                      <a:r>
                        <a:rPr sz="1350" b="1">
                          <a:solidFill>
                            <a:srgbClr val="FFFFFF"/>
                          </a:solidFill>
                          <a:latin typeface="Noto Sans"/>
                          <a:ea typeface="Noto Sans"/>
                          <a:cs typeface="Noto Sans"/>
                        </a:rPr>
                        <a:t>문서의 기준</a:t>
                      </a:r>
                    </a:p>
                  </a:txBody>
                  <a:tcPr marL="114300" marR="114300" marT="76200" marB="76200" anchor="ctr">
                    <a:lnR w="4763">
                      <a:solidFill>
                        <a:srgbClr val="E6E6E6"/>
                      </a:solidFill>
                      <a:prstDash val="solid"/>
                    </a:lnR>
                    <a:lnT w="4763">
                      <a:solidFill>
                        <a:srgbClr val="E6E6E6"/>
                      </a:solidFill>
                      <a:prstDash val="solid"/>
                    </a:lnT>
                    <a:lnB w="4763">
                      <a:solidFill>
                        <a:srgbClr val="E6E6E6"/>
                      </a:solidFill>
                      <a:prstDash val="solid"/>
                    </a:lnB>
                    <a:solidFill>
                      <a:srgbClr val="262626"/>
                    </a:solidFill>
                  </a:tcPr>
                </a:tc>
              </a:tr>
              <a:tr h="588963">
                <a:tc>
                  <a:txBody>
                    <a:bodyPr>
                      <a:noAutofit/>
                    </a:bodyPr>
                    <a:lstStyle/>
                    <a:p>
                      <a:pPr algn="l"/>
                      <a:r>
                        <a:rPr sz="1350" b="0">
                          <a:solidFill>
                            <a:srgbClr val="404040"/>
                          </a:solidFill>
                          <a:latin typeface="Noto Sans"/>
                          <a:ea typeface="Noto Sans"/>
                          <a:cs typeface="Noto Sans"/>
                        </a:rPr>
                        <a:t>입력과 보존</a:t>
                      </a:r>
                    </a:p>
                  </a:txBody>
                  <a:tcPr marL="114300" marR="114300" marT="76200" marB="76200" anchor="ctr">
                    <a:lnL w="4763">
                      <a:solidFill>
                        <a:srgbClr val="E6E6E6"/>
                      </a:solidFill>
                      <a:prstDash val="solid"/>
                    </a:lnL>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실패 입력을 포함해 원천·버전 조회</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접수 입력과 수집 성공 원천 보존 100%</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r>
              <a:tr h="588963">
                <a:tc>
                  <a:txBody>
                    <a:bodyPr>
                      <a:noAutofit/>
                    </a:bodyPr>
                    <a:lstStyle/>
                    <a:p>
                      <a:pPr algn="l"/>
                      <a:r>
                        <a:rPr sz="1350" b="0">
                          <a:solidFill>
                            <a:srgbClr val="404040"/>
                          </a:solidFill>
                          <a:latin typeface="Noto Sans"/>
                          <a:ea typeface="Noto Sans"/>
                          <a:cs typeface="Noto Sans"/>
                        </a:rPr>
                        <a:t>공간 구성</a:t>
                      </a:r>
                    </a:p>
                  </a:txBody>
                  <a:tcPr marL="114300" marR="114300" marT="76200" marB="76200" anchor="ctr">
                    <a:lnL w="4763">
                      <a:solidFill>
                        <a:srgbClr val="E6E6E6"/>
                      </a:solidFill>
                      <a:prstDash val="solid"/>
                    </a:lnL>
                    <a:lnR w="4763">
                      <a:solidFill>
                        <a:srgbClr val="E6E6E6"/>
                      </a:solidFill>
                      <a:prstDash val="solid"/>
                    </a:lnR>
                    <a:lnB w="4763">
                      <a:solidFill>
                        <a:srgbClr val="E6E6E6"/>
                      </a:solidFill>
                      <a:prstDash val="solid"/>
                    </a:lnB>
                    <a:solidFill>
                      <a:srgbClr val="F3F3F3"/>
                    </a:solidFill>
                  </a:tcPr>
                </a:tc>
                <a:tc>
                  <a:txBody>
                    <a:bodyPr>
                      <a:noAutofit/>
                    </a:bodyPr>
                    <a:lstStyle/>
                    <a:p>
                      <a:pPr algn="l"/>
                      <a:r>
                        <a:rPr sz="1350" b="0">
                          <a:solidFill>
                            <a:srgbClr val="404040"/>
                          </a:solidFill>
                          <a:latin typeface="Noto Sans"/>
                          <a:ea typeface="Noto Sans"/>
                          <a:cs typeface="Noto Sans"/>
                        </a:rPr>
                        <a:t>스케치/텍스트 의도와 사용 템플릿 연결</a:t>
                      </a:r>
                    </a:p>
                  </a:txBody>
                  <a:tcPr marL="114300" marR="114300" marT="76200" marB="76200" anchor="ctr">
                    <a:lnR w="4763">
                      <a:solidFill>
                        <a:srgbClr val="E6E6E6"/>
                      </a:solidFill>
                      <a:prstDash val="solid"/>
                    </a:lnR>
                    <a:lnB w="4763">
                      <a:solidFill>
                        <a:srgbClr val="E6E6E6"/>
                      </a:solidFill>
                      <a:prstDash val="solid"/>
                    </a:lnB>
                    <a:solidFill>
                      <a:srgbClr val="F3F3F3"/>
                    </a:solidFill>
                  </a:tcPr>
                </a:tc>
                <a:tc>
                  <a:txBody>
                    <a:bodyPr>
                      <a:noAutofit/>
                    </a:bodyPr>
                    <a:lstStyle/>
                    <a:p>
                      <a:pPr algn="l"/>
                      <a:r>
                        <a:rPr sz="1350" b="0">
                          <a:solidFill>
                            <a:srgbClr val="404040"/>
                          </a:solidFill>
                          <a:latin typeface="Noto Sans"/>
                          <a:ea typeface="Noto Sans"/>
                          <a:cs typeface="Noto Sans"/>
                        </a:rPr>
                        <a:t>입력 수정, 실패 사유, 재시도 확인</a:t>
                      </a:r>
                    </a:p>
                  </a:txBody>
                  <a:tcPr marL="114300" marR="114300" marT="76200" marB="76200" anchor="ctr">
                    <a:lnR w="4763">
                      <a:solidFill>
                        <a:srgbClr val="E6E6E6"/>
                      </a:solidFill>
                      <a:prstDash val="solid"/>
                    </a:lnR>
                    <a:lnB w="4763">
                      <a:solidFill>
                        <a:srgbClr val="E6E6E6"/>
                      </a:solidFill>
                      <a:prstDash val="solid"/>
                    </a:lnB>
                    <a:solidFill>
                      <a:srgbClr val="F3F3F3"/>
                    </a:solidFill>
                  </a:tcPr>
                </a:tc>
              </a:tr>
              <a:tr h="588963">
                <a:tc>
                  <a:txBody>
                    <a:bodyPr>
                      <a:noAutofit/>
                    </a:bodyPr>
                    <a:lstStyle/>
                    <a:p>
                      <a:pPr algn="l"/>
                      <a:r>
                        <a:rPr sz="1350" b="0">
                          <a:solidFill>
                            <a:srgbClr val="404040"/>
                          </a:solidFill>
                          <a:latin typeface="Noto Sans"/>
                          <a:ea typeface="Noto Sans"/>
                          <a:cs typeface="Noto Sans"/>
                        </a:rPr>
                        <a:t>실제 상품 추천</a:t>
                      </a:r>
                    </a:p>
                  </a:txBody>
                  <a:tcPr marL="114300" marR="114300" marT="76200" marB="76200" anchor="ctr">
                    <a:lnL w="4763">
                      <a:solidFill>
                        <a:srgbClr val="E6E6E6"/>
                      </a:solidFill>
                      <a:prstDash val="solid"/>
                    </a:lnL>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품목 일치, 시각적 유사성, 상품·URL 대응</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원천 이미지와 생성 결과 검색을 분리 평가</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r>
              <a:tr h="588963">
                <a:tc>
                  <a:txBody>
                    <a:bodyPr>
                      <a:noAutofit/>
                    </a:bodyPr>
                    <a:lstStyle/>
                    <a:p>
                      <a:pPr algn="l"/>
                      <a:r>
                        <a:rPr sz="1350" b="0">
                          <a:solidFill>
                            <a:srgbClr val="404040"/>
                          </a:solidFill>
                          <a:latin typeface="Noto Sans"/>
                          <a:ea typeface="Noto Sans"/>
                          <a:cs typeface="Noto Sans"/>
                        </a:rPr>
                        <a:t>반응 집계</a:t>
                      </a:r>
                    </a:p>
                  </a:txBody>
                  <a:tcPr marL="114300" marR="114300" marT="76200" marB="76200" anchor="ctr">
                    <a:lnL w="4763">
                      <a:solidFill>
                        <a:srgbClr val="E6E6E6"/>
                      </a:solidFill>
                      <a:prstDash val="solid"/>
                    </a:lnL>
                    <a:lnR w="4763">
                      <a:solidFill>
                        <a:srgbClr val="E6E6E6"/>
                      </a:solidFill>
                      <a:prstDash val="solid"/>
                    </a:lnR>
                    <a:lnB w="4763">
                      <a:solidFill>
                        <a:srgbClr val="E6E6E6"/>
                      </a:solidFill>
                      <a:prstDash val="solid"/>
                    </a:lnB>
                    <a:solidFill>
                      <a:srgbClr val="F3F3F3"/>
                    </a:solidFill>
                  </a:tcPr>
                </a:tc>
                <a:tc>
                  <a:txBody>
                    <a:bodyPr>
                      <a:noAutofit/>
                    </a:bodyPr>
                    <a:lstStyle/>
                    <a:p>
                      <a:pPr algn="l"/>
                      <a:r>
                        <a:rPr sz="1350" b="0">
                          <a:solidFill>
                            <a:srgbClr val="404040"/>
                          </a:solidFill>
                          <a:latin typeface="Noto Sans"/>
                          <a:ea typeface="Noto Sans"/>
                          <a:cs typeface="Noto Sans"/>
                        </a:rPr>
                        <a:t>실제 노출과 반응 연결, 이벤트 재전달</a:t>
                      </a:r>
                    </a:p>
                  </a:txBody>
                  <a:tcPr marL="114300" marR="114300" marT="76200" marB="76200" anchor="ctr">
                    <a:lnR w="4763">
                      <a:solidFill>
                        <a:srgbClr val="E6E6E6"/>
                      </a:solidFill>
                      <a:prstDash val="solid"/>
                    </a:lnR>
                    <a:lnB w="4763">
                      <a:solidFill>
                        <a:srgbClr val="E6E6E6"/>
                      </a:solidFill>
                      <a:prstDash val="solid"/>
                    </a:lnB>
                    <a:solidFill>
                      <a:srgbClr val="F3F3F3"/>
                    </a:solidFill>
                  </a:tcPr>
                </a:tc>
                <a:tc>
                  <a:txBody>
                    <a:bodyPr>
                      <a:noAutofit/>
                    </a:bodyPr>
                    <a:lstStyle/>
                    <a:p>
                      <a:pPr algn="l"/>
                      <a:r>
                        <a:rPr sz="1350" b="0">
                          <a:solidFill>
                            <a:srgbClr val="404040"/>
                          </a:solidFill>
                          <a:latin typeface="Noto Sans"/>
                          <a:ea typeface="Noto Sans"/>
                          <a:cs typeface="Noto Sans"/>
                        </a:rPr>
                        <a:t>중복 집계 없이 전후 건수 대조</a:t>
                      </a:r>
                    </a:p>
                  </a:txBody>
                  <a:tcPr marL="114300" marR="114300" marT="76200" marB="76200" anchor="ctr">
                    <a:lnR w="4763">
                      <a:solidFill>
                        <a:srgbClr val="E6E6E6"/>
                      </a:solidFill>
                      <a:prstDash val="solid"/>
                    </a:lnR>
                    <a:lnB w="4763">
                      <a:solidFill>
                        <a:srgbClr val="E6E6E6"/>
                      </a:solidFill>
                      <a:prstDash val="solid"/>
                    </a:lnB>
                    <a:solidFill>
                      <a:srgbClr val="F3F3F3"/>
                    </a:solidFill>
                  </a:tcPr>
                </a:tc>
              </a:tr>
              <a:tr h="588963">
                <a:tc>
                  <a:txBody>
                    <a:bodyPr>
                      <a:noAutofit/>
                    </a:bodyPr>
                    <a:lstStyle/>
                    <a:p>
                      <a:pPr algn="l"/>
                      <a:r>
                        <a:rPr sz="1350" b="0">
                          <a:solidFill>
                            <a:srgbClr val="404040"/>
                          </a:solidFill>
                          <a:latin typeface="Noto Sans"/>
                          <a:ea typeface="Noto Sans"/>
                          <a:cs typeface="Noto Sans"/>
                        </a:rPr>
                        <a:t>장애와 복구</a:t>
                      </a:r>
                    </a:p>
                  </a:txBody>
                  <a:tcPr marL="114300" marR="114300" marT="76200" marB="76200" anchor="ctr">
                    <a:lnL w="4763">
                      <a:solidFill>
                        <a:srgbClr val="E6E6E6"/>
                      </a:solidFill>
                      <a:prstDash val="solid"/>
                    </a:lnL>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단계별 실패, DB 전환, 백업 복원</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완료 결과 유지, 실패 단계만 재처리</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r>
            </a:tbl>
          </a:graphicData>
        </a:graphic>
      </p:graphicFrame>
      <p:sp>
        <p:nvSpPr>
          <p:cNvPr id="65" name="RoomPick Docs Content">
            <a:extLst>
              <a:ext uri="{FF2B5EF4-FFF2-40B4-BE49-F238E27FC236}">
                <ns2:creationId id="{23CA0E1A-BA37-4254-9CC5-8B2A9381D668}"/>
              </a:ext>
            </a:extLst>
          </p:cNvPr>
          <p:cNvSpPr>
            <a:spLocks noGrp="1"/>
          </p:cNvSpPr>
          <p:nvPr/>
        </p:nvSpPr>
        <p:spPr>
          <a:xfrm>
            <a:off x="809625" y="5867400"/>
            <a:ext cx="10572750" cy="342900"/>
          </a:xfrm>
          <a:prstGeom prst="rect">
            <a:avLst/>
          </a:prstGeom>
          <a:noFill/>
          <a:ln w="0">
            <a:noFill/>
          </a:ln>
        </p:spPr>
        <p:txBody>
          <a:bodyPr lIns="0" tIns="0" rIns="0" bIns="0" anchor="t">
            <a:noAutofit/>
          </a:bodyPr>
          <a:lstStyle>
            <a:defPPr algn="l">
              <a:defRPr sz="1350" b="0">
                <a:solidFill>
                  <a:srgbClr val="808080"/>
                </a:solidFill>
                <a:latin typeface="Noto Sans"/>
                <a:ea typeface="Noto Sans"/>
                <a:cs typeface="Noto Sans"/>
              </a:defRPr>
            </a:defPPr>
          </a:lstStyle>
          <a:p>
            <a:pPr algn="l">
              <a:defRPr sz="1350" b="0">
                <a:solidFill>
                  <a:srgbClr val="808080"/>
                </a:solidFill>
                <a:latin typeface="Noto Sans"/>
                <a:ea typeface="Noto Sans"/>
                <a:cs typeface="Noto Sans"/>
              </a:defRPr>
            </a:pPr>
            <a:r>
              <a:rPr sz="1350" b="0">
                <a:solidFill>
                  <a:srgbClr val="808080"/>
                </a:solidFill>
                <a:latin typeface="Noto Sans"/>
                <a:ea typeface="Noto Sans"/>
                <a:cs typeface="Noto Sans"/>
              </a:rPr>
              <a:t>품질·응답 시간·동시 사용자 목표값은 시제품 측정 후 확정합니다.</a:t>
            </a:r>
          </a:p>
        </p:txBody>
      </p:sp>
      <p:sp>
        <p:nvSpPr>
          <p:cNvPr id="66" name="RoomPick Docs Content">
            <a:extLst>
              <a:ext uri="{FF2B5EF4-FFF2-40B4-BE49-F238E27FC236}">
                <ns2:creationId id="{72797ECF-AC9D-47E0-8F26-0514726BA667}"/>
              </a:ext>
            </a:extLst>
          </p:cNvPr>
          <p:cNvSpPr>
            <a:spLocks noGrp="1"/>
          </p:cNvSpPr>
          <p:nvPr/>
        </p:nvSpPr>
        <p:spPr>
          <a:xfrm>
            <a:off x="809625" y="6372225"/>
            <a:ext cx="10572750" cy="285750"/>
          </a:xfrm>
          <a:prstGeom prst="rect">
            <a:avLst/>
          </a:prstGeom>
          <a:noFill/>
          <a:ln w="0">
            <a:noFill/>
          </a:ln>
        </p:spPr>
        <p:txBody>
          <a:bodyPr lIns="0" tIns="0" rIns="0" bIns="0" anchor="t">
            <a:noAutofit/>
          </a:bodyPr>
          <a:lstStyle>
            <a:defPPr algn="l">
              <a:defRPr sz="1200" b="0">
                <a:solidFill>
                  <a:srgbClr val="429B90"/>
                </a:solidFill>
                <a:latin typeface="Noto Sans"/>
                <a:ea typeface="Noto Sans"/>
                <a:cs typeface="Noto Sans"/>
              </a:defRPr>
            </a:defPPr>
          </a:lstStyle>
          <a:p>
            <a:pPr algn="l">
              <a:defRPr sz="1200" b="0">
                <a:solidFill>
                  <a:srgbClr val="429B90"/>
                </a:solidFill>
                <a:latin typeface="Noto Sans"/>
                <a:ea typeface="Noto Sans"/>
                <a:cs typeface="Noto Sans"/>
              </a:defRPr>
            </a:pPr>
            <a:r>
              <a:rPr sz="1200" b="0">
                <a:solidFill>
                  <a:srgbClr val="429B90"/>
                </a:solidFill>
                <a:latin typeface="Noto Sans"/>
                <a:ea typeface="Noto Sans"/>
                <a:cs typeface="Noto Sans"/>
              </a:rPr>
              <a:t>100%는 인수 목표입니다. 현재 달성률이나 모델 정확도 수치가 아닙니다.</a:t>
            </a:r>
          </a:p>
        </p:txBody>
      </p:sp>
    </p:spTree>
    <p:extLst>
      <p:ext uri="{BB962C8B-B14F-4D97-AF65-F5344CB8AC3E}">
        <ns3:creationId val="441801638"/>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show="0">
  <p:cSld>
    <p:spTree>
      <p:nvGrpSpPr>
        <p:cNvPr id="1" name=""/>
        <p:cNvGrpSpPr/>
        <p:nvPr/>
      </p:nvGrpSpPr>
      <p:grpSpPr>
        <a:xfrm/>
      </p:grpSpPr>
      <p:sp>
        <p:nvSpPr>
          <p:cNvPr id="104" name="RoomPick Header Korean">
            <a:extLst>
              <a:ext uri="{FF2B5EF4-FFF2-40B4-BE49-F238E27FC236}">
                <ns2:creationId id="{E625F084-8FF9-425A-AA15-4AB4154E7459}"/>
              </a:ext>
            </a:extLst>
          </p:cNvPr>
          <p:cNvSpPr>
            <a:spLocks noGrp="1"/>
          </p:cNvSpPr>
          <p:nvPr/>
        </p:nvSpPr>
        <p:spPr>
          <a:xfrm>
            <a:off x="952500" y="171450"/>
            <a:ext cx="3505200" cy="514350"/>
          </a:xfrm>
          <a:prstGeom prst="rect">
            <a:avLst/>
          </a:prstGeom>
          <a:noFill/>
          <a:ln w="0">
            <a:noFill/>
          </a:ln>
        </p:spPr>
        <p:txBody>
          <a:bodyPr wrap="none" lIns="0" tIns="0" rIns="0" bIns="0" anchor="t">
            <a:noAutofit/>
          </a:bodyPr>
          <a:lstStyle>
            <a:defPPr algn="l">
              <a:defRPr sz="2700" b="1">
                <a:solidFill>
                  <a:srgbClr val="000000"/>
                </a:solidFill>
                <a:latin typeface="Noto Sans"/>
                <a:ea typeface="Noto Sans"/>
                <a:cs typeface="Noto Sans"/>
              </a:defRPr>
            </a:defPPr>
          </a:lstStyle>
          <a:p>
            <a:pPr algn="l">
              <a:buNone/>
              <a:defRPr sz="2700" b="1">
                <a:solidFill>
                  <a:srgbClr val="000000"/>
                </a:solidFill>
                <a:latin typeface="Noto Sans"/>
                <a:ea typeface="Noto Sans"/>
                <a:cs typeface="Noto Sans"/>
              </a:defRPr>
            </a:pPr>
            <a:r>
              <a:rPr sz="2700" b="1">
                <a:solidFill>
                  <a:srgbClr val="000000"/>
                </a:solidFill>
                <a:latin typeface="Noto Sans"/>
                <a:ea typeface="Noto Sans"/>
                <a:cs typeface="Noto Sans"/>
              </a:rPr>
              <a:t>개발 계획과 설계 과제</a:t>
            </a:r>
          </a:p>
        </p:txBody>
      </p:sp>
      <p:sp>
        <p:nvSpPr>
          <p:cNvPr id="105" name="RoomPick Header English">
            <a:extLst>
              <a:ext uri="{FF2B5EF4-FFF2-40B4-BE49-F238E27FC236}">
                <ns2:creationId id="{05A4F313-8465-4C40-9762-CC7384AED734}"/>
              </a:ext>
            </a:extLst>
          </p:cNvPr>
          <p:cNvSpPr>
            <a:spLocks noGrp="1"/>
          </p:cNvSpPr>
          <p:nvPr/>
        </p:nvSpPr>
        <p:spPr>
          <a:xfrm>
            <a:off x="4610100" y="371475"/>
            <a:ext cx="3238500" cy="295275"/>
          </a:xfrm>
          <a:prstGeom prst="rect">
            <a:avLst/>
          </a:prstGeom>
          <a:noFill/>
          <a:ln w="0">
            <a:noFill/>
          </a:ln>
        </p:spPr>
        <p:txBody>
          <a:bodyPr wrap="none" lIns="0" tIns="0" rIns="0" bIns="0" anchor="t">
            <a:noAutofit/>
          </a:bodyPr>
          <a:lstStyle>
            <a:defPPr algn="l">
              <a:defRPr sz="1350" b="0">
                <a:solidFill>
                  <a:srgbClr val="A6A6A6"/>
                </a:solidFill>
                <a:latin typeface="Noto Sans"/>
                <a:ea typeface="Noto Sans"/>
                <a:cs typeface="Noto Sans"/>
              </a:defRPr>
            </a:defPPr>
          </a:lstStyle>
          <a:p>
            <a:pPr algn="l">
              <a:buNone/>
              <a:defRPr sz="1350" b="0">
                <a:solidFill>
                  <a:srgbClr val="A6A6A6"/>
                </a:solidFill>
                <a:latin typeface="Noto Sans"/>
                <a:ea typeface="Noto Sans"/>
                <a:cs typeface="Noto Sans"/>
              </a:defRPr>
            </a:pPr>
            <a:r>
              <a:rPr sz="1350" b="0">
                <a:solidFill>
                  <a:srgbClr val="A6A6A6"/>
                </a:solidFill>
                <a:latin typeface="Noto Sans"/>
                <a:ea typeface="Noto Sans"/>
                <a:cs typeface="Noto Sans"/>
              </a:rPr>
              <a:t>Roadmap</a:t>
            </a:r>
          </a:p>
        </p:txBody>
      </p:sp>
      <p:nvGrpSpPr>
        <p:cNvPr id="106" name=""/>
        <p:cNvGrpSpPr/>
        <p:nvPr/>
      </p:nvGrpSpPr>
      <p:sp>
        <p:nvSpPr>
          <p:cNvPr id="107" name="RoomPick Docs Content">
            <a:extLst>
              <a:ext uri="{FF2B5EF4-FFF2-40B4-BE49-F238E27FC236}">
                <ns2:creationId id="{4F24B027-BCE4-41A1-A66D-75F5C14F789F}"/>
              </a:ext>
            </a:extLst>
          </p:cNvPr>
          <p:cNvSpPr>
            <a:spLocks noGrp="1"/>
          </p:cNvSpPr>
          <p:nvPr/>
        </p:nvSpPr>
        <p:spPr>
          <a:xfrm>
            <a:off x="809625" y="1162050"/>
            <a:ext cx="10572750" cy="381000"/>
          </a:xfrm>
          <a:prstGeom prst="rect">
            <a:avLst/>
          </a:prstGeom>
          <a:noFill/>
          <a:ln w="0">
            <a:noFill/>
          </a:ln>
        </p:spPr>
        <p:txBody>
          <a:bodyPr lIns="0" tIns="0" rIns="0" bIns="0" anchor="t">
            <a:noAutofit/>
          </a:bodyPr>
          <a:lstStyle>
            <a:defPPr algn="l">
              <a:defRPr sz="1875" b="0">
                <a:solidFill>
                  <a:srgbClr val="262626"/>
                </a:solidFill>
                <a:latin typeface="Noto Sans"/>
                <a:ea typeface="Noto Sans"/>
                <a:cs typeface="Noto Sans"/>
              </a:defRPr>
            </a:defPPr>
          </a:lstStyle>
          <a:p>
            <a:pPr algn="l">
              <a:defRPr sz="1875" b="0">
                <a:solidFill>
                  <a:srgbClr val="262626"/>
                </a:solidFill>
                <a:latin typeface="Noto Sans"/>
                <a:ea typeface="Noto Sans"/>
                <a:cs typeface="Noto Sans"/>
              </a:defRPr>
            </a:pPr>
            <a:r>
              <a:rPr sz="1875" b="0">
                <a:solidFill>
                  <a:srgbClr val="262626"/>
                </a:solidFill>
                <a:latin typeface="Noto Sans"/>
                <a:ea typeface="Noto Sans"/>
                <a:cs typeface="Noto Sans"/>
              </a:rPr>
              <a:t>로컬 검증 이후 AWS로 이전하는 계획입니다</a:t>
            </a:r>
          </a:p>
        </p:txBody>
      </p:sp>
      <p:graphicFrame>
        <p:nvGraphicFramePr>
          <p:cNvPr id="108" name="">
            <a:extLst>
              <a:ext uri="{FF2B5EF4-FFF2-40B4-BE49-F238E27FC236}">
                <ns2:creationId id="{91C4715D-4179-448B-87B0-1E6BBF61B4D3}"/>
              </a:ext>
            </a:extLst>
          </p:cNvPr>
          <p:cNvGraphicFramePr/>
          <p:nvPr/>
        </p:nvGraphicFramePr>
        <p:xfrm>
          <a:off x="809625" y="1828800"/>
          <a:ext cx="10572750" cy="1076325"/>
        </p:xfrm>
        <a:graphic>
          <a:graphicData uri="http://schemas.openxmlformats.org/drawingml/2006/table">
            <a:tbl>
              <a:tblPr/>
              <a:tblGrid>
                <a:gridCol w="3238500"/>
                <a:gridCol w="3429000"/>
                <a:gridCol w="3905250"/>
              </a:tblGrid>
              <a:tr h="538163">
                <a:tc>
                  <a:txBody>
                    <a:bodyPr>
                      <a:noAutofit/>
                    </a:bodyPr>
                    <a:lstStyle/>
                    <a:p>
                      <a:pPr algn="l"/>
                      <a:r>
                        <a:rPr sz="1350" b="1">
                          <a:solidFill>
                            <a:srgbClr val="FFFFFF"/>
                          </a:solidFill>
                          <a:latin typeface="Noto Sans"/>
                          <a:ea typeface="Noto Sans"/>
                          <a:cs typeface="Noto Sans"/>
                        </a:rPr>
                        <a:t>로컬 배치 설계</a:t>
                      </a:r>
                    </a:p>
                  </a:txBody>
                  <a:tcPr marL="114300" marR="114300" marT="76200" marB="76200" anchor="ctr">
                    <a:lnL w="4763">
                      <a:solidFill>
                        <a:srgbClr val="E6E6E6"/>
                      </a:solidFill>
                      <a:prstDash val="solid"/>
                    </a:lnL>
                    <a:lnR w="4763">
                      <a:solidFill>
                        <a:srgbClr val="E6E6E6"/>
                      </a:solidFill>
                      <a:prstDash val="solid"/>
                    </a:lnR>
                    <a:lnT w="4763">
                      <a:solidFill>
                        <a:srgbClr val="E6E6E6"/>
                      </a:solidFill>
                      <a:prstDash val="solid"/>
                    </a:lnT>
                    <a:lnB w="4763">
                      <a:solidFill>
                        <a:srgbClr val="E6E6E6"/>
                      </a:solidFill>
                      <a:prstDash val="solid"/>
                    </a:lnB>
                    <a:solidFill>
                      <a:srgbClr val="262626"/>
                    </a:solidFill>
                  </a:tcPr>
                </a:tc>
                <a:tc>
                  <a:txBody>
                    <a:bodyPr>
                      <a:noAutofit/>
                    </a:bodyPr>
                    <a:lstStyle/>
                    <a:p>
                      <a:pPr algn="l"/>
                      <a:r>
                        <a:rPr sz="1350" b="1">
                          <a:solidFill>
                            <a:srgbClr val="FFFFFF"/>
                          </a:solidFill>
                          <a:latin typeface="Noto Sans"/>
                          <a:ea typeface="Noto Sans"/>
                          <a:cs typeface="Noto Sans"/>
                        </a:rPr>
                        <a:t>AWS 대응 설계</a:t>
                      </a:r>
                    </a:p>
                  </a:txBody>
                  <a:tcPr marL="114300" marR="114300" marT="76200" marB="76200" anchor="ctr">
                    <a:lnR w="4763">
                      <a:solidFill>
                        <a:srgbClr val="E6E6E6"/>
                      </a:solidFill>
                      <a:prstDash val="solid"/>
                    </a:lnR>
                    <a:lnT w="4763">
                      <a:solidFill>
                        <a:srgbClr val="E6E6E6"/>
                      </a:solidFill>
                      <a:prstDash val="solid"/>
                    </a:lnT>
                    <a:lnB w="4763">
                      <a:solidFill>
                        <a:srgbClr val="E6E6E6"/>
                      </a:solidFill>
                      <a:prstDash val="solid"/>
                    </a:lnB>
                    <a:solidFill>
                      <a:srgbClr val="262626"/>
                    </a:solidFill>
                  </a:tcPr>
                </a:tc>
                <a:tc>
                  <a:txBody>
                    <a:bodyPr>
                      <a:noAutofit/>
                    </a:bodyPr>
                    <a:lstStyle/>
                    <a:p>
                      <a:pPr algn="l"/>
                      <a:r>
                        <a:rPr sz="1350" b="1">
                          <a:solidFill>
                            <a:srgbClr val="FFFFFF"/>
                          </a:solidFill>
                          <a:latin typeface="Noto Sans"/>
                          <a:ea typeface="Noto Sans"/>
                          <a:cs typeface="Noto Sans"/>
                        </a:rPr>
                        <a:t>구현 전 확정</a:t>
                      </a:r>
                    </a:p>
                  </a:txBody>
                  <a:tcPr marL="114300" marR="114300" marT="76200" marB="76200" anchor="ctr">
                    <a:lnR w="4763">
                      <a:solidFill>
                        <a:srgbClr val="E6E6E6"/>
                      </a:solidFill>
                      <a:prstDash val="solid"/>
                    </a:lnR>
                    <a:lnT w="4763">
                      <a:solidFill>
                        <a:srgbClr val="E6E6E6"/>
                      </a:solidFill>
                      <a:prstDash val="solid"/>
                    </a:lnT>
                    <a:lnB w="4763">
                      <a:solidFill>
                        <a:srgbClr val="E6E6E6"/>
                      </a:solidFill>
                      <a:prstDash val="solid"/>
                    </a:lnB>
                    <a:solidFill>
                      <a:srgbClr val="262626"/>
                    </a:solidFill>
                  </a:tcPr>
                </a:tc>
              </a:tr>
              <a:tr h="538163">
                <a:tc>
                  <a:txBody>
                    <a:bodyPr>
                      <a:noAutofit/>
                    </a:bodyPr>
                    <a:lstStyle/>
                    <a:p>
                      <a:pPr algn="l"/>
                      <a:r>
                        <a:rPr sz="1350" b="0">
                          <a:solidFill>
                            <a:srgbClr val="404040"/>
                          </a:solidFill>
                          <a:latin typeface="Noto Sans"/>
                          <a:ea typeface="Noto Sans"/>
                          <a:cs typeface="Noto Sans"/>
                        </a:rPr>
                        <a:t>18대 VM</a:t>
                      </a:r>
                    </a:p>
                    <a:p>
                      <a:pPr algn="l"/>
                      <a:r>
                        <a:rPr sz="1350" b="0">
                          <a:solidFill>
                            <a:srgbClr val="404040"/>
                          </a:solidFill>
                          <a:latin typeface="Noto Sans"/>
                          <a:ea typeface="Noto Sans"/>
                          <a:cs typeface="Noto Sans"/>
                        </a:rPr>
                        <a:t>Application·광고 서버 분리</a:t>
                      </a:r>
                    </a:p>
                  </a:txBody>
                  <a:tcPr marL="114300" marR="114300" marT="76200" marB="76200" anchor="ctr">
                    <a:lnL w="4763">
                      <a:solidFill>
                        <a:srgbClr val="E6E6E6"/>
                      </a:solidFill>
                      <a:prstDash val="solid"/>
                    </a:lnL>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16대 EC2와 S3</a:t>
                      </a:r>
                    </a:p>
                    <a:p>
                      <a:pPr algn="l"/>
                      <a:r>
                        <a:rPr sz="1350" b="0">
                          <a:solidFill>
                            <a:srgbClr val="404040"/>
                          </a:solidFill>
                          <a:latin typeface="Noto Sans"/>
                          <a:ea typeface="Noto Sans"/>
                          <a:cs typeface="Noto Sans"/>
                        </a:rPr>
                        <a:t>이미지·Delta 저장 VM을 S3로 대체</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c>
                  <a:txBody>
                    <a:bodyPr>
                      <a:noAutofit/>
                    </a:bodyPr>
                    <a:lstStyle/>
                    <a:p>
                      <a:pPr algn="l"/>
                      <a:r>
                        <a:rPr sz="1350" b="0">
                          <a:solidFill>
                            <a:srgbClr val="404040"/>
                          </a:solidFill>
                          <a:latin typeface="Noto Sans"/>
                          <a:ea typeface="Noto Sans"/>
                          <a:cs typeface="Noto Sans"/>
                        </a:rPr>
                        <a:t>접근·보관·삭제 정책</a:t>
                      </a:r>
                    </a:p>
                    <a:p>
                      <a:pPr algn="l"/>
                      <a:r>
                        <a:rPr sz="1350" b="0">
                          <a:solidFill>
                            <a:srgbClr val="404040"/>
                          </a:solidFill>
                          <a:latin typeface="Noto Sans"/>
                          <a:ea typeface="Noto Sans"/>
                          <a:cs typeface="Noto Sans"/>
                        </a:rPr>
                        <a:t>지원 품목·성능·예산 상한</a:t>
                      </a:r>
                    </a:p>
                  </a:txBody>
                  <a:tcPr marL="114300" marR="114300" marT="76200" marB="76200" anchor="ctr">
                    <a:lnR w="4763">
                      <a:solidFill>
                        <a:srgbClr val="E6E6E6"/>
                      </a:solidFill>
                      <a:prstDash val="solid"/>
                    </a:lnR>
                    <a:lnB w="4763">
                      <a:solidFill>
                        <a:srgbClr val="E6E6E6"/>
                      </a:solidFill>
                      <a:prstDash val="solid"/>
                    </a:lnB>
                    <a:solidFill>
                      <a:srgbClr val="FFFFFF"/>
                    </a:solidFill>
                  </a:tcPr>
                </a:tc>
              </a:tr>
            </a:tbl>
          </a:graphicData>
        </a:graphic>
      </p:graphicFrame>
      <p:pic>
        <p:nvPicPr>
          <p:cNvPr id="109" name="">
            <a:extLst>
              <a:ext uri="{FF2B5EF4-FFF2-40B4-BE49-F238E27FC236}">
                <ns2:creationId id="{D3B0E8EB-EF3B-4573-8E23-5442EAC8EBF1}"/>
              </a:ext>
            </a:extLst>
          </p:cNvPr>
          <p:cNvPicPr>
            <a:picLocks noChangeAspect="1"/>
          </p:cNvPicPr>
          <p:nvPr/>
        </p:nvPicPr>
        <p:blipFill>
          <a:blip r:embed="rIdDocs1"/>
          <a:stretch/>
        </p:blipFill>
        <p:spPr>
          <a:xfrm>
            <a:off x="1723360" y="3219450"/>
            <a:ext cx="8745279" cy="3133725"/>
          </a:xfrm>
          <a:prstGeom prst="rect">
            <a:avLst/>
          </a:prstGeom>
        </p:spPr>
      </p:pic>
      <p:sp>
        <p:nvSpPr>
          <p:cNvPr id="110" name="RoomPick Docs Content">
            <a:extLst>
              <a:ext uri="{FF2B5EF4-FFF2-40B4-BE49-F238E27FC236}">
                <ns2:creationId id="{BAA6BC2A-B435-4FB6-9754-AAEC4E36BA8C}"/>
              </a:ext>
            </a:extLst>
          </p:cNvPr>
          <p:cNvSpPr>
            <a:spLocks noGrp="1"/>
          </p:cNvSpPr>
          <p:nvPr/>
        </p:nvSpPr>
        <p:spPr>
          <a:xfrm>
            <a:off x="809625" y="6477000"/>
            <a:ext cx="10572750" cy="266700"/>
          </a:xfrm>
          <a:prstGeom prst="rect">
            <a:avLst/>
          </a:prstGeom>
          <a:noFill/>
          <a:ln w="0">
            <a:noFill/>
          </a:ln>
        </p:spPr>
        <p:txBody>
          <a:bodyPr lIns="0" tIns="0" rIns="0" bIns="0" anchor="t">
            <a:noAutofit/>
          </a:bodyPr>
          <a:lstStyle>
            <a:defPPr algn="l">
              <a:defRPr sz="1125" b="0">
                <a:solidFill>
                  <a:srgbClr val="808080"/>
                </a:solidFill>
                <a:latin typeface="Noto Sans"/>
                <a:ea typeface="Noto Sans"/>
                <a:cs typeface="Noto Sans"/>
              </a:defRPr>
            </a:defPPr>
          </a:lstStyle>
          <a:p>
            <a:pPr algn="l">
              <a:defRPr sz="1125" b="0">
                <a:solidFill>
                  <a:srgbClr val="808080"/>
                </a:solidFill>
                <a:latin typeface="Noto Sans"/>
                <a:ea typeface="Noto Sans"/>
                <a:cs typeface="Noto Sans"/>
              </a:defRPr>
            </a:pPr>
            <a:r>
              <a:rPr sz="1125" b="0">
                <a:solidFill>
                  <a:srgbClr val="808080"/>
                </a:solidFill>
                <a:latin typeface="Noto Sans"/>
                <a:ea typeface="Noto Sans"/>
                <a:cs typeface="Noto Sans"/>
              </a:rPr>
              <a:t>대수는 역할 배치 계획이며 구축 완료 상태나 확정 일정이 아닙니다.</a:t>
            </a:r>
          </a:p>
        </p:txBody>
      </p:sp>
    </p:spTree>
    <p:extLst>
      <p:ext uri="{BB962C8B-B14F-4D97-AF65-F5344CB8AC3E}">
        <ns4:creationId val="496484736"/>
      </p:ext>
    </p:extLst>
  </p:cSld>
</p:sld>
</file>

<file path=ppt/theme/theme1.xml><?xml version="1.0" encoding="utf-8"?>
<a:theme xmlns:a="http://schemas.openxmlformats.org/drawingml/2006/main" name="Office 테마">
  <a:themeElements>
    <a:clrScheme name="사용자 지정 1">
      <a:dk1>
        <a:sysClr val="windowText" lastClr="000000"/>
      </a:dk1>
      <a:lt1>
        <a:sysClr val="window" lastClr="FFFFFF"/>
      </a:lt1>
      <a:dk2>
        <a:srgbClr val="44546A"/>
      </a:dk2>
      <a:lt2>
        <a:srgbClr val="EDEEF3"/>
      </a:lt2>
      <a:accent1>
        <a:srgbClr val="7DC7FF"/>
      </a:accent1>
      <a:accent2>
        <a:srgbClr val="FF7F7F"/>
      </a:accent2>
      <a:accent3>
        <a:srgbClr val="AB73D5"/>
      </a:accent3>
      <a:accent4>
        <a:srgbClr val="F2E058"/>
      </a:accent4>
      <a:accent5>
        <a:srgbClr val="92D050"/>
      </a:accent5>
      <a:accent6>
        <a:srgbClr val="0070C0"/>
      </a:accent6>
      <a:hlink>
        <a:srgbClr val="0563C1"/>
      </a:hlink>
      <a:folHlink>
        <a:srgbClr val="954F72"/>
      </a:folHlink>
    </a:clrScheme>
    <a:fontScheme name="사용자 지정 602">
      <a:majorFont>
        <a:latin typeface="Noto Sans ExtraBold"/>
        <a:ea typeface="나눔스퀘어 네오 ExtraBold"/>
        <a:cs typeface=""/>
      </a:majorFont>
      <a:minorFont>
        <a:latin typeface="Noto Sans"/>
        <a:ea typeface="맑은 고딕"/>
        <a:cs typeface=""/>
      </a:minorFont>
    </a:fontScheme>
    <a:fmtScheme name="사용자 지정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19</ns0:Slides>
  <ns0:Notes>0</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2026-10-14T03:09:38.1100000Z</dcterms:created>
  <dcterms:modified xsi:type="dcterms:W3CDTF">2026-10-14T03:09:38.1100000Z</dcterms:modified>
</coreProperties>
</file>